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60" r:id="rId7"/>
    <p:sldId id="259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55" d="100"/>
          <a:sy n="55" d="100"/>
        </p:scale>
        <p:origin x="75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8000" dirty="0"/>
              <a:t>Audit .NET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Tracing, Monitoring, and Performance Insight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Audit.NET adalah library open-source untuk .NET yang </a:t>
            </a:r>
            <a:r>
              <a:rPr lang="en-US" sz="4800" i="1" dirty="0" err="1">
                <a:solidFill>
                  <a:srgbClr val="FFFFFF"/>
                </a:solidFill>
              </a:rPr>
              <a:t>digunakan</a:t>
            </a:r>
            <a:r>
              <a:rPr lang="en-US" sz="4800" i="1" dirty="0">
                <a:solidFill>
                  <a:srgbClr val="FFFFFF"/>
                </a:solidFill>
              </a:rPr>
              <a:t> untuk </a:t>
            </a:r>
            <a:r>
              <a:rPr lang="en-US" sz="4800" i="1" dirty="0" err="1">
                <a:solidFill>
                  <a:srgbClr val="FFFFFF"/>
                </a:solidFill>
              </a:rPr>
              <a:t>mencatat</a:t>
            </a:r>
            <a:r>
              <a:rPr lang="en-US" sz="4800" i="1" dirty="0">
                <a:solidFill>
                  <a:srgbClr val="FFFFFF"/>
                </a:solidFill>
              </a:rPr>
              <a:t> (logging) aktivitas aplikasi </a:t>
            </a:r>
            <a:r>
              <a:rPr lang="en-US" sz="4800" i="1" dirty="0" err="1">
                <a:solidFill>
                  <a:srgbClr val="FFFFFF"/>
                </a:solidFill>
              </a:rPr>
              <a:t>secara</a:t>
            </a:r>
            <a:r>
              <a:rPr lang="en-US" sz="4800" i="1" dirty="0">
                <a:solidFill>
                  <a:srgbClr val="FFFFFF"/>
                </a:solidFill>
              </a:rPr>
              <a:t> otomatis.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03E1-E503-AB55-89AA-1AF098E5A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Fungsi</a:t>
            </a:r>
            <a:r>
              <a:rPr lang="en-ID" dirty="0"/>
              <a:t> Utama Audit.NET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436B7-729B-F87C-FE6C-FDFB7E592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sz="32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3200" dirty="0"/>
              <a:t>📝 </a:t>
            </a:r>
            <a:r>
              <a:rPr lang="en-ID" sz="3200" b="1" dirty="0"/>
              <a:t>Audit Data</a:t>
            </a:r>
            <a:endParaRPr lang="en-ID" sz="3200" dirty="0"/>
          </a:p>
          <a:p>
            <a:r>
              <a:rPr lang="en-ID" sz="3200" dirty="0"/>
              <a:t>🔍 </a:t>
            </a:r>
            <a:r>
              <a:rPr lang="en-ID" sz="3200" b="1" dirty="0"/>
              <a:t>Audit </a:t>
            </a:r>
            <a:r>
              <a:rPr lang="en-ID" sz="3200" b="1" dirty="0" err="1"/>
              <a:t>Akses</a:t>
            </a:r>
            <a:r>
              <a:rPr lang="en-ID" sz="3200" b="1" dirty="0"/>
              <a:t> &amp; </a:t>
            </a:r>
            <a:r>
              <a:rPr lang="en-ID" sz="3200" b="1" dirty="0" err="1"/>
              <a:t>Aktivitas</a:t>
            </a:r>
            <a:endParaRPr lang="en-ID" sz="3200" b="1" dirty="0"/>
          </a:p>
          <a:p>
            <a:r>
              <a:rPr lang="en-ID" sz="3200" dirty="0"/>
              <a:t>🧪 </a:t>
            </a:r>
            <a:r>
              <a:rPr lang="en-ID" sz="3200" b="1" dirty="0"/>
              <a:t>Tracing &amp; Debugging</a:t>
            </a:r>
          </a:p>
          <a:p>
            <a:r>
              <a:rPr lang="en-ID" sz="3200" dirty="0"/>
              <a:t>⚡ </a:t>
            </a:r>
            <a:r>
              <a:rPr lang="en-ID" sz="3200" b="1" dirty="0"/>
              <a:t>Performance Monitoring</a:t>
            </a:r>
            <a:endParaRPr lang="en-ID" sz="3200" dirty="0"/>
          </a:p>
        </p:txBody>
      </p:sp>
    </p:spTree>
    <p:extLst>
      <p:ext uri="{BB962C8B-B14F-4D97-AF65-F5344CB8AC3E}">
        <p14:creationId xmlns:p14="http://schemas.microsoft.com/office/powerpoint/2010/main" val="743642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2B7A1-D7D4-C54B-64D8-67021292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Audit.NET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menjawab</a:t>
            </a:r>
            <a:r>
              <a:rPr lang="en-ID" dirty="0"/>
              <a:t> </a:t>
            </a:r>
            <a:r>
              <a:rPr lang="en-ID" dirty="0" err="1"/>
              <a:t>pertanyaan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EDCB030-6605-57CA-D495-45D99CE6D7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911155"/>
            <a:ext cx="1034657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Siapa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yang melakukan 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aksi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Kapan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aksi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dilakukan?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Apa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yang 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berubah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sebelum &amp; </a:t>
            </a:r>
            <a:r>
              <a:rPr kumimoji="0" lang="en-US" altLang="en-US" sz="4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sesudahnya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apa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Terjadi di controller / service / database mana?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97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C1A1F-2C41-FE9C-1FC6-09F594224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Audit.NET </a:t>
            </a:r>
            <a:r>
              <a:rPr lang="en-ID" dirty="0" err="1"/>
              <a:t>Bekerja</a:t>
            </a:r>
            <a:r>
              <a:rPr lang="en-ID" dirty="0"/>
              <a:t> di Banyak Level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F97D2F-C1A9-2B94-A4F6-BB3355E989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280489"/>
            <a:ext cx="962154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5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5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Layer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5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Entity Framework (EF Core)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5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Code (manual scope)</a:t>
            </a:r>
          </a:p>
        </p:txBody>
      </p:sp>
    </p:spTree>
    <p:extLst>
      <p:ext uri="{BB962C8B-B14F-4D97-AF65-F5344CB8AC3E}">
        <p14:creationId xmlns:p14="http://schemas.microsoft.com/office/powerpoint/2010/main" val="3432230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29D1F1E-6729-9880-27B8-FCADBB6BE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647" y="789947"/>
            <a:ext cx="6443353" cy="4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297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10415-C682-3231-1724-4769A900B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Catatan Penting tentang Konfigurasi Audit.NET</a:t>
            </a:r>
            <a:endParaRPr lang="en-ID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5F1F34-6B70-CA87-C31B-5729CC4855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9462" y="2566096"/>
            <a:ext cx="1084405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Audit.NET hanya memiliki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satu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konfigurasi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aktif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Pemanggila</a:t>
            </a:r>
            <a:r>
              <a:rPr lang="en-US" altLang="en-US" sz="3200" dirty="0" err="1">
                <a:solidFill>
                  <a:schemeClr val="tx1"/>
                </a:solidFill>
                <a:latin typeface="Arial" panose="020B0604020202020204" pitchFamily="34" charset="0"/>
              </a:rPr>
              <a:t>n</a:t>
            </a: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 di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Program.cs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Boleh ditulis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berkali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-kali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yang dipakai hanya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satu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(yang terakhir / override)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166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49EF-5D74-1799-6847-5F520FF3C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Implikasinya</a:t>
            </a:r>
            <a:endParaRPr lang="en-ID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7474AE-0AC6-FE75-6317-74989289D6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878893"/>
            <a:ext cx="508825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❌ Tidak bisa: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UseSqlServer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(...)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UseCustomProvider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(...)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UseFileLog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(...)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paralel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✅ Bisa: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Satu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CustomDataProvider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 dalam provider itu, log bisa: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Disimpan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banyak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table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Dikirim ke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banyak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tujuan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Dipisah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berdasarkan kondisi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52979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{972BCB93-9A4F-4CE7-B9B1-4DC0A008E22F}TFf0a5ceae-4542-492d-822e-d65a94fb0e1e3b562c5a_win32-009a0557e699</Template>
  <TotalTime>20</TotalTime>
  <Words>185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Bookman Old Style</vt:lpstr>
      <vt:lpstr>Calibri</vt:lpstr>
      <vt:lpstr>Franklin Gothic Book</vt:lpstr>
      <vt:lpstr>Custom</vt:lpstr>
      <vt:lpstr>Audit .NET</vt:lpstr>
      <vt:lpstr>Audit.NET adalah library open-source untuk .NET yang digunakan untuk mencatat (logging) aktivitas aplikasi secara otomatis.</vt:lpstr>
      <vt:lpstr>Fungsi Utama Audit.NET</vt:lpstr>
      <vt:lpstr>Audit.NET membantu kita menjawab pertanyaan seperti:</vt:lpstr>
      <vt:lpstr>Audit.NET Bekerja di Banyak Level</vt:lpstr>
      <vt:lpstr>PowerPoint Presentation</vt:lpstr>
      <vt:lpstr>Catatan Penting tentang Konfigurasi Audit.NET</vt:lpstr>
      <vt:lpstr>Implikasinya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.NET</dc:title>
  <dc:creator>michael martin</dc:creator>
  <cp:lastModifiedBy>michael martin</cp:lastModifiedBy>
  <cp:revision>1</cp:revision>
  <dcterms:created xsi:type="dcterms:W3CDTF">2026-02-10T17:48:39Z</dcterms:created>
  <dcterms:modified xsi:type="dcterms:W3CDTF">2026-02-10T18:09:23Z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