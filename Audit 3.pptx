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60" r:id="rId7"/>
    <p:sldId id="259" r:id="rId8"/>
    <p:sldId id="266" r:id="rId9"/>
    <p:sldId id="267" r:id="rId10"/>
    <p:sldId id="265" r:id="rId11"/>
    <p:sldId id="261" r:id="rId12"/>
    <p:sldId id="262" r:id="rId13"/>
    <p:sldId id="269" r:id="rId14"/>
    <p:sldId id="263" r:id="rId15"/>
    <p:sldId id="264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DIWIRA R. Caturandy" userId="6c2a1bf5-66ad-4d4d-8cef-e1bade747bf1" providerId="ADAL" clId="{CE6215AD-B81A-4E60-82D3-863966B44593}"/>
    <pc:docChg chg="undo custSel modSld">
      <pc:chgData name="JADIWIRA R. Caturandy" userId="6c2a1bf5-66ad-4d4d-8cef-e1bade747bf1" providerId="ADAL" clId="{CE6215AD-B81A-4E60-82D3-863966B44593}" dt="2026-02-23T02:58:02.221" v="27" actId="26606"/>
      <pc:docMkLst>
        <pc:docMk/>
      </pc:docMkLst>
      <pc:sldChg chg="addSp delSp modSp mod modClrScheme chgLayout">
        <pc:chgData name="JADIWIRA R. Caturandy" userId="6c2a1bf5-66ad-4d4d-8cef-e1bade747bf1" providerId="ADAL" clId="{CE6215AD-B81A-4E60-82D3-863966B44593}" dt="2026-02-23T02:56:18.772" v="7" actId="26606"/>
        <pc:sldMkLst>
          <pc:docMk/>
          <pc:sldMk cId="259097025" sldId="259"/>
        </pc:sldMkLst>
        <pc:spChg chg="mod">
          <ac:chgData name="JADIWIRA R. Caturandy" userId="6c2a1bf5-66ad-4d4d-8cef-e1bade747bf1" providerId="ADAL" clId="{CE6215AD-B81A-4E60-82D3-863966B44593}" dt="2026-02-23T02:56:18.772" v="7" actId="26606"/>
          <ac:spMkLst>
            <pc:docMk/>
            <pc:sldMk cId="259097025" sldId="259"/>
            <ac:spMk id="2" creationId="{3F82B7A1-D7D4-C54B-64D8-67021292DE02}"/>
          </ac:spMkLst>
        </pc:spChg>
        <pc:spChg chg="add del">
          <ac:chgData name="JADIWIRA R. Caturandy" userId="6c2a1bf5-66ad-4d4d-8cef-e1bade747bf1" providerId="ADAL" clId="{CE6215AD-B81A-4E60-82D3-863966B44593}" dt="2026-02-23T02:56:18.772" v="7" actId="26606"/>
          <ac:spMkLst>
            <pc:docMk/>
            <pc:sldMk cId="259097025" sldId="259"/>
            <ac:spMk id="5" creationId="{FEDCB030-6605-57CA-D495-45D99CE6D7DA}"/>
          </ac:spMkLst>
        </pc:spChg>
        <pc:spChg chg="add del mod">
          <ac:chgData name="JADIWIRA R. Caturandy" userId="6c2a1bf5-66ad-4d4d-8cef-e1bade747bf1" providerId="ADAL" clId="{CE6215AD-B81A-4E60-82D3-863966B44593}" dt="2026-02-23T02:56:18.750" v="6" actId="26606"/>
          <ac:spMkLst>
            <pc:docMk/>
            <pc:sldMk cId="259097025" sldId="259"/>
            <ac:spMk id="8" creationId="{2F9CF6C8-F694-4467-7EB9-B2EC30E7A898}"/>
          </ac:spMkLst>
        </pc:spChg>
        <pc:spChg chg="add del mod">
          <ac:chgData name="JADIWIRA R. Caturandy" userId="6c2a1bf5-66ad-4d4d-8cef-e1bade747bf1" providerId="ADAL" clId="{CE6215AD-B81A-4E60-82D3-863966B44593}" dt="2026-02-23T02:56:13.534" v="4" actId="26606"/>
          <ac:spMkLst>
            <pc:docMk/>
            <pc:sldMk cId="259097025" sldId="259"/>
            <ac:spMk id="11" creationId="{2F9CF6C8-F694-4467-7EB9-B2EC30E7A898}"/>
          </ac:spMkLst>
        </pc:spChg>
        <pc:spChg chg="add mod">
          <ac:chgData name="JADIWIRA R. Caturandy" userId="6c2a1bf5-66ad-4d4d-8cef-e1bade747bf1" providerId="ADAL" clId="{CE6215AD-B81A-4E60-82D3-863966B44593}" dt="2026-02-23T02:56:18.772" v="7" actId="26606"/>
          <ac:spMkLst>
            <pc:docMk/>
            <pc:sldMk cId="259097025" sldId="259"/>
            <ac:spMk id="12" creationId="{423E12AE-EB95-158B-06D9-C0C2B18F32B7}"/>
          </ac:spMkLst>
        </pc:spChg>
        <pc:graphicFrameChg chg="add del mod">
          <ac:chgData name="JADIWIRA R. Caturandy" userId="6c2a1bf5-66ad-4d4d-8cef-e1bade747bf1" providerId="ADAL" clId="{CE6215AD-B81A-4E60-82D3-863966B44593}" dt="2026-02-23T02:56:13.534" v="4" actId="26606"/>
          <ac:graphicFrameMkLst>
            <pc:docMk/>
            <pc:sldMk cId="259097025" sldId="259"/>
            <ac:graphicFrameMk id="7" creationId="{7F6F48A7-5D6D-15FA-1561-93471BF66EE5}"/>
          </ac:graphicFrameMkLst>
        </pc:graphicFrameChg>
        <pc:graphicFrameChg chg="add del mod">
          <ac:chgData name="JADIWIRA R. Caturandy" userId="6c2a1bf5-66ad-4d4d-8cef-e1bade747bf1" providerId="ADAL" clId="{CE6215AD-B81A-4E60-82D3-863966B44593}" dt="2026-02-23T02:56:18.750" v="6" actId="26606"/>
          <ac:graphicFrameMkLst>
            <pc:docMk/>
            <pc:sldMk cId="259097025" sldId="259"/>
            <ac:graphicFrameMk id="9" creationId="{7F6F48A7-5D6D-15FA-1561-93471BF66EE5}"/>
          </ac:graphicFrameMkLst>
        </pc:graphicFrameChg>
        <pc:graphicFrameChg chg="add mod">
          <ac:chgData name="JADIWIRA R. Caturandy" userId="6c2a1bf5-66ad-4d4d-8cef-e1bade747bf1" providerId="ADAL" clId="{CE6215AD-B81A-4E60-82D3-863966B44593}" dt="2026-02-23T02:56:18.772" v="7" actId="26606"/>
          <ac:graphicFrameMkLst>
            <pc:docMk/>
            <pc:sldMk cId="259097025" sldId="259"/>
            <ac:graphicFrameMk id="13" creationId="{5121C45F-CB10-0839-4ED2-30B32A0AAA90}"/>
          </ac:graphicFrameMkLst>
        </pc:graphicFrameChg>
      </pc:sldChg>
      <pc:sldChg chg="addSp delSp modSp mod modClrScheme chgLayout">
        <pc:chgData name="JADIWIRA R. Caturandy" userId="6c2a1bf5-66ad-4d4d-8cef-e1bade747bf1" providerId="ADAL" clId="{CE6215AD-B81A-4E60-82D3-863966B44593}" dt="2026-02-23T02:55:52.979" v="2" actId="26606"/>
        <pc:sldMkLst>
          <pc:docMk/>
          <pc:sldMk cId="743642306" sldId="260"/>
        </pc:sldMkLst>
        <pc:spChg chg="mod">
          <ac:chgData name="JADIWIRA R. Caturandy" userId="6c2a1bf5-66ad-4d4d-8cef-e1bade747bf1" providerId="ADAL" clId="{CE6215AD-B81A-4E60-82D3-863966B44593}" dt="2026-02-23T02:55:52.979" v="2" actId="26606"/>
          <ac:spMkLst>
            <pc:docMk/>
            <pc:sldMk cId="743642306" sldId="260"/>
            <ac:spMk id="2" creationId="{78FE03E1-E503-AB55-89AA-1AF098E5AB87}"/>
          </ac:spMkLst>
        </pc:spChg>
        <pc:spChg chg="del mod">
          <ac:chgData name="JADIWIRA R. Caturandy" userId="6c2a1bf5-66ad-4d4d-8cef-e1bade747bf1" providerId="ADAL" clId="{CE6215AD-B81A-4E60-82D3-863966B44593}" dt="2026-02-23T02:55:52.979" v="2" actId="26606"/>
          <ac:spMkLst>
            <pc:docMk/>
            <pc:sldMk cId="743642306" sldId="260"/>
            <ac:spMk id="3" creationId="{C4B436B7-729B-F87C-FE6C-FDFB7E592076}"/>
          </ac:spMkLst>
        </pc:spChg>
        <pc:spChg chg="add del mod">
          <ac:chgData name="JADIWIRA R. Caturandy" userId="6c2a1bf5-66ad-4d4d-8cef-e1bade747bf1" providerId="ADAL" clId="{CE6215AD-B81A-4E60-82D3-863966B44593}" dt="2026-02-23T02:55:51.155" v="1" actId="26606"/>
          <ac:spMkLst>
            <pc:docMk/>
            <pc:sldMk cId="743642306" sldId="260"/>
            <ac:spMk id="8" creationId="{BB9D7346-337A-D241-E565-98AF5875F199}"/>
          </ac:spMkLst>
        </pc:spChg>
        <pc:graphicFrameChg chg="add">
          <ac:chgData name="JADIWIRA R. Caturandy" userId="6c2a1bf5-66ad-4d4d-8cef-e1bade747bf1" providerId="ADAL" clId="{CE6215AD-B81A-4E60-82D3-863966B44593}" dt="2026-02-23T02:55:52.979" v="2" actId="26606"/>
          <ac:graphicFrameMkLst>
            <pc:docMk/>
            <pc:sldMk cId="743642306" sldId="260"/>
            <ac:graphicFrameMk id="5" creationId="{071E683D-387C-8E23-7E0A-3DA237B4A00F}"/>
          </ac:graphicFrameMkLst>
        </pc:graphicFrameChg>
      </pc:sldChg>
      <pc:sldChg chg="addSp modSp mod modClrScheme chgLayout">
        <pc:chgData name="JADIWIRA R. Caturandy" userId="6c2a1bf5-66ad-4d4d-8cef-e1bade747bf1" providerId="ADAL" clId="{CE6215AD-B81A-4E60-82D3-863966B44593}" dt="2026-02-23T02:57:17.211" v="23" actId="26606"/>
        <pc:sldMkLst>
          <pc:docMk/>
          <pc:sldMk cId="550297604" sldId="262"/>
        </pc:sldMkLst>
        <pc:spChg chg="add mod">
          <ac:chgData name="JADIWIRA R. Caturandy" userId="6c2a1bf5-66ad-4d4d-8cef-e1bade747bf1" providerId="ADAL" clId="{CE6215AD-B81A-4E60-82D3-863966B44593}" dt="2026-02-23T02:57:17.211" v="23" actId="26606"/>
          <ac:spMkLst>
            <pc:docMk/>
            <pc:sldMk cId="550297604" sldId="262"/>
            <ac:spMk id="14" creationId="{572FD3CC-199F-AF88-A3E0-9F19C622C6C6}"/>
          </ac:spMkLst>
        </pc:spChg>
        <pc:spChg chg="add mod">
          <ac:chgData name="JADIWIRA R. Caturandy" userId="6c2a1bf5-66ad-4d4d-8cef-e1bade747bf1" providerId="ADAL" clId="{CE6215AD-B81A-4E60-82D3-863966B44593}" dt="2026-02-23T02:57:17.211" v="23" actId="26606"/>
          <ac:spMkLst>
            <pc:docMk/>
            <pc:sldMk cId="550297604" sldId="262"/>
            <ac:spMk id="16" creationId="{2DA4030E-8652-9EE8-58CC-5E3689EFF567}"/>
          </ac:spMkLst>
        </pc:spChg>
        <pc:picChg chg="mod">
          <ac:chgData name="JADIWIRA R. Caturandy" userId="6c2a1bf5-66ad-4d4d-8cef-e1bade747bf1" providerId="ADAL" clId="{CE6215AD-B81A-4E60-82D3-863966B44593}" dt="2026-02-23T02:57:17.211" v="23" actId="26606"/>
          <ac:picMkLst>
            <pc:docMk/>
            <pc:sldMk cId="550297604" sldId="262"/>
            <ac:picMk id="9" creationId="{829D1F1E-6729-9880-27B8-FCADBB6BE591}"/>
          </ac:picMkLst>
        </pc:picChg>
      </pc:sldChg>
      <pc:sldChg chg="addSp delSp modSp mod modClrScheme chgLayout">
        <pc:chgData name="JADIWIRA R. Caturandy" userId="6c2a1bf5-66ad-4d4d-8cef-e1bade747bf1" providerId="ADAL" clId="{CE6215AD-B81A-4E60-82D3-863966B44593}" dt="2026-02-23T02:57:54.640" v="26" actId="26606"/>
        <pc:sldMkLst>
          <pc:docMk/>
          <pc:sldMk cId="3330529799" sldId="264"/>
        </pc:sldMkLst>
        <pc:spChg chg="mod">
          <ac:chgData name="JADIWIRA R. Caturandy" userId="6c2a1bf5-66ad-4d4d-8cef-e1bade747bf1" providerId="ADAL" clId="{CE6215AD-B81A-4E60-82D3-863966B44593}" dt="2026-02-23T02:57:54.640" v="26" actId="26606"/>
          <ac:spMkLst>
            <pc:docMk/>
            <pc:sldMk cId="3330529799" sldId="264"/>
            <ac:spMk id="2" creationId="{274949EF-5D74-1799-6847-5F520FF3C90F}"/>
          </ac:spMkLst>
        </pc:spChg>
        <pc:spChg chg="add del">
          <ac:chgData name="JADIWIRA R. Caturandy" userId="6c2a1bf5-66ad-4d4d-8cef-e1bade747bf1" providerId="ADAL" clId="{CE6215AD-B81A-4E60-82D3-863966B44593}" dt="2026-02-23T02:57:54.640" v="26" actId="26606"/>
          <ac:spMkLst>
            <pc:docMk/>
            <pc:sldMk cId="3330529799" sldId="264"/>
            <ac:spMk id="5" creationId="{B47474AE-0AC6-FE75-6317-74989289D6E1}"/>
          </ac:spMkLst>
        </pc:spChg>
        <pc:spChg chg="add del mod">
          <ac:chgData name="JADIWIRA R. Caturandy" userId="6c2a1bf5-66ad-4d4d-8cef-e1bade747bf1" providerId="ADAL" clId="{CE6215AD-B81A-4E60-82D3-863966B44593}" dt="2026-02-23T02:57:54.601" v="25" actId="26606"/>
          <ac:spMkLst>
            <pc:docMk/>
            <pc:sldMk cId="3330529799" sldId="264"/>
            <ac:spMk id="11" creationId="{BB579731-8EAB-C765-1310-A967B0014EBF}"/>
          </ac:spMkLst>
        </pc:spChg>
        <pc:spChg chg="add mod">
          <ac:chgData name="JADIWIRA R. Caturandy" userId="6c2a1bf5-66ad-4d4d-8cef-e1bade747bf1" providerId="ADAL" clId="{CE6215AD-B81A-4E60-82D3-863966B44593}" dt="2026-02-23T02:57:54.640" v="26" actId="26606"/>
          <ac:spMkLst>
            <pc:docMk/>
            <pc:sldMk cId="3330529799" sldId="264"/>
            <ac:spMk id="13" creationId="{9030FFE7-5B01-7C6F-E03E-FE5BF81E445E}"/>
          </ac:spMkLst>
        </pc:spChg>
        <pc:graphicFrameChg chg="add del mod">
          <ac:chgData name="JADIWIRA R. Caturandy" userId="6c2a1bf5-66ad-4d4d-8cef-e1bade747bf1" providerId="ADAL" clId="{CE6215AD-B81A-4E60-82D3-863966B44593}" dt="2026-02-23T02:57:54.601" v="25" actId="26606"/>
          <ac:graphicFrameMkLst>
            <pc:docMk/>
            <pc:sldMk cId="3330529799" sldId="264"/>
            <ac:graphicFrameMk id="7" creationId="{08EA96FE-DD14-82E6-0F9E-FE9355DCFC2D}"/>
          </ac:graphicFrameMkLst>
        </pc:graphicFrameChg>
        <pc:graphicFrameChg chg="add mod">
          <ac:chgData name="JADIWIRA R. Caturandy" userId="6c2a1bf5-66ad-4d4d-8cef-e1bade747bf1" providerId="ADAL" clId="{CE6215AD-B81A-4E60-82D3-863966B44593}" dt="2026-02-23T02:57:54.640" v="26" actId="26606"/>
          <ac:graphicFrameMkLst>
            <pc:docMk/>
            <pc:sldMk cId="3330529799" sldId="264"/>
            <ac:graphicFrameMk id="14" creationId="{B3D2E71F-B7EC-BC70-89BA-9B2DC5582158}"/>
          </ac:graphicFrameMkLst>
        </pc:graphicFrameChg>
      </pc:sldChg>
      <pc:sldChg chg="addSp delSp modSp mod modClrScheme chgLayout">
        <pc:chgData name="JADIWIRA R. Caturandy" userId="6c2a1bf5-66ad-4d4d-8cef-e1bade747bf1" providerId="ADAL" clId="{CE6215AD-B81A-4E60-82D3-863966B44593}" dt="2026-02-23T02:57:01.633" v="22" actId="26606"/>
        <pc:sldMkLst>
          <pc:docMk/>
          <pc:sldMk cId="2271184605" sldId="265"/>
        </pc:sldMkLst>
        <pc:spChg chg="mod">
          <ac:chgData name="JADIWIRA R. Caturandy" userId="6c2a1bf5-66ad-4d4d-8cef-e1bade747bf1" providerId="ADAL" clId="{CE6215AD-B81A-4E60-82D3-863966B44593}" dt="2026-02-23T02:57:01.633" v="22" actId="26606"/>
          <ac:spMkLst>
            <pc:docMk/>
            <pc:sldMk cId="2271184605" sldId="265"/>
            <ac:spMk id="2" creationId="{63D9D0BC-C008-D375-DC58-067EC169E073}"/>
          </ac:spMkLst>
        </pc:spChg>
        <pc:spChg chg="add del">
          <ac:chgData name="JADIWIRA R. Caturandy" userId="6c2a1bf5-66ad-4d4d-8cef-e1bade747bf1" providerId="ADAL" clId="{CE6215AD-B81A-4E60-82D3-863966B44593}" dt="2026-02-23T02:57:01.633" v="22" actId="26606"/>
          <ac:spMkLst>
            <pc:docMk/>
            <pc:sldMk cId="2271184605" sldId="265"/>
            <ac:spMk id="6" creationId="{072BD2E4-B620-141C-3577-2FCA8EEBAA11}"/>
          </ac:spMkLst>
        </pc:spChg>
        <pc:spChg chg="add del mod">
          <ac:chgData name="JADIWIRA R. Caturandy" userId="6c2a1bf5-66ad-4d4d-8cef-e1bade747bf1" providerId="ADAL" clId="{CE6215AD-B81A-4E60-82D3-863966B44593}" dt="2026-02-23T02:56:58.116" v="17" actId="26606"/>
          <ac:spMkLst>
            <pc:docMk/>
            <pc:sldMk cId="2271184605" sldId="265"/>
            <ac:spMk id="11" creationId="{CBEBAA24-4269-1D27-4DFE-395B60FC2C1C}"/>
          </ac:spMkLst>
        </pc:spChg>
        <pc:spChg chg="add del mod">
          <ac:chgData name="JADIWIRA R. Caturandy" userId="6c2a1bf5-66ad-4d4d-8cef-e1bade747bf1" providerId="ADAL" clId="{CE6215AD-B81A-4E60-82D3-863966B44593}" dt="2026-02-23T02:56:50.224" v="11" actId="26606"/>
          <ac:spMkLst>
            <pc:docMk/>
            <pc:sldMk cId="2271184605" sldId="265"/>
            <ac:spMk id="12" creationId="{C5A06204-E461-169F-20D9-886A001B3D72}"/>
          </ac:spMkLst>
        </pc:spChg>
        <pc:spChg chg="add del mod">
          <ac:chgData name="JADIWIRA R. Caturandy" userId="6c2a1bf5-66ad-4d4d-8cef-e1bade747bf1" providerId="ADAL" clId="{CE6215AD-B81A-4E60-82D3-863966B44593}" dt="2026-02-23T02:56:51.638" v="13" actId="26606"/>
          <ac:spMkLst>
            <pc:docMk/>
            <pc:sldMk cId="2271184605" sldId="265"/>
            <ac:spMk id="14" creationId="{5A6E1CFB-AF7F-36DF-9C68-5ADCCC474A90}"/>
          </ac:spMkLst>
        </pc:spChg>
        <pc:spChg chg="add del mod">
          <ac:chgData name="JADIWIRA R. Caturandy" userId="6c2a1bf5-66ad-4d4d-8cef-e1bade747bf1" providerId="ADAL" clId="{CE6215AD-B81A-4E60-82D3-863966B44593}" dt="2026-02-23T02:56:58.116" v="17" actId="26606"/>
          <ac:spMkLst>
            <pc:docMk/>
            <pc:sldMk cId="2271184605" sldId="265"/>
            <ac:spMk id="19" creationId="{072BD2E4-B620-141C-3577-2FCA8EEBAA11}"/>
          </ac:spMkLst>
        </pc:spChg>
        <pc:spChg chg="add mod">
          <ac:chgData name="JADIWIRA R. Caturandy" userId="6c2a1bf5-66ad-4d4d-8cef-e1bade747bf1" providerId="ADAL" clId="{CE6215AD-B81A-4E60-82D3-863966B44593}" dt="2026-02-23T02:57:01.633" v="22" actId="26606"/>
          <ac:spMkLst>
            <pc:docMk/>
            <pc:sldMk cId="2271184605" sldId="265"/>
            <ac:spMk id="25" creationId="{072BD2E4-B620-141C-3577-2FCA8EEBAA11}"/>
          </ac:spMkLst>
        </pc:spChg>
        <pc:spChg chg="add mod">
          <ac:chgData name="JADIWIRA R. Caturandy" userId="6c2a1bf5-66ad-4d4d-8cef-e1bade747bf1" providerId="ADAL" clId="{CE6215AD-B81A-4E60-82D3-863966B44593}" dt="2026-02-23T02:57:01.633" v="22" actId="26606"/>
          <ac:spMkLst>
            <pc:docMk/>
            <pc:sldMk cId="2271184605" sldId="265"/>
            <ac:spMk id="26" creationId="{E567DBB2-DB83-D1E1-2FBB-90FE44F57E3D}"/>
          </ac:spMkLst>
        </pc:spChg>
        <pc:graphicFrameChg chg="add del mod">
          <ac:chgData name="JADIWIRA R. Caturandy" userId="6c2a1bf5-66ad-4d4d-8cef-e1bade747bf1" providerId="ADAL" clId="{CE6215AD-B81A-4E60-82D3-863966B44593}" dt="2026-02-23T02:56:50.224" v="11" actId="26606"/>
          <ac:graphicFrameMkLst>
            <pc:docMk/>
            <pc:sldMk cId="2271184605" sldId="265"/>
            <ac:graphicFrameMk id="8" creationId="{5378311C-4996-E2AC-424B-514196549E8B}"/>
          </ac:graphicFrameMkLst>
        </pc:graphicFrameChg>
        <pc:graphicFrameChg chg="add del mod">
          <ac:chgData name="JADIWIRA R. Caturandy" userId="6c2a1bf5-66ad-4d4d-8cef-e1bade747bf1" providerId="ADAL" clId="{CE6215AD-B81A-4E60-82D3-863966B44593}" dt="2026-02-23T02:56:51.638" v="13" actId="26606"/>
          <ac:graphicFrameMkLst>
            <pc:docMk/>
            <pc:sldMk cId="2271184605" sldId="265"/>
            <ac:graphicFrameMk id="15" creationId="{5109AF7A-D6CA-D753-92D5-C984212C5A0C}"/>
          </ac:graphicFrameMkLst>
        </pc:graphicFrameChg>
        <pc:graphicFrameChg chg="add del">
          <ac:chgData name="JADIWIRA R. Caturandy" userId="6c2a1bf5-66ad-4d4d-8cef-e1bade747bf1" providerId="ADAL" clId="{CE6215AD-B81A-4E60-82D3-863966B44593}" dt="2026-02-23T02:56:55.803" v="15" actId="26606"/>
          <ac:graphicFrameMkLst>
            <pc:docMk/>
            <pc:sldMk cId="2271184605" sldId="265"/>
            <ac:graphicFrameMk id="17" creationId="{C0691C13-56C1-3538-9A7A-959049F5DDE7}"/>
          </ac:graphicFrameMkLst>
        </pc:graphicFrameChg>
        <pc:graphicFrameChg chg="add del">
          <ac:chgData name="JADIWIRA R. Caturandy" userId="6c2a1bf5-66ad-4d4d-8cef-e1bade747bf1" providerId="ADAL" clId="{CE6215AD-B81A-4E60-82D3-863966B44593}" dt="2026-02-23T02:56:59.358" v="19" actId="26606"/>
          <ac:graphicFrameMkLst>
            <pc:docMk/>
            <pc:sldMk cId="2271184605" sldId="265"/>
            <ac:graphicFrameMk id="21" creationId="{22F09A32-CB8F-0BE7-728F-9DE844BEDD4E}"/>
          </ac:graphicFrameMkLst>
        </pc:graphicFrameChg>
        <pc:graphicFrameChg chg="add del">
          <ac:chgData name="JADIWIRA R. Caturandy" userId="6c2a1bf5-66ad-4d4d-8cef-e1bade747bf1" providerId="ADAL" clId="{CE6215AD-B81A-4E60-82D3-863966B44593}" dt="2026-02-23T02:57:01.620" v="21" actId="26606"/>
          <ac:graphicFrameMkLst>
            <pc:docMk/>
            <pc:sldMk cId="2271184605" sldId="265"/>
            <ac:graphicFrameMk id="23" creationId="{C0691C13-56C1-3538-9A7A-959049F5DDE7}"/>
          </ac:graphicFrameMkLst>
        </pc:graphicFrameChg>
      </pc:sldChg>
      <pc:sldChg chg="addSp delSp modSp mod">
        <pc:chgData name="JADIWIRA R. Caturandy" userId="6c2a1bf5-66ad-4d4d-8cef-e1bade747bf1" providerId="ADAL" clId="{CE6215AD-B81A-4E60-82D3-863966B44593}" dt="2026-02-23T02:56:28.748" v="8" actId="26606"/>
        <pc:sldMkLst>
          <pc:docMk/>
          <pc:sldMk cId="373023206" sldId="266"/>
        </pc:sldMkLst>
        <pc:spChg chg="mod">
          <ac:chgData name="JADIWIRA R. Caturandy" userId="6c2a1bf5-66ad-4d4d-8cef-e1bade747bf1" providerId="ADAL" clId="{CE6215AD-B81A-4E60-82D3-863966B44593}" dt="2026-02-23T02:56:28.748" v="8" actId="26606"/>
          <ac:spMkLst>
            <pc:docMk/>
            <pc:sldMk cId="373023206" sldId="266"/>
            <ac:spMk id="2" creationId="{EAACE832-6EFB-A477-71B8-7572C40C4559}"/>
          </ac:spMkLst>
        </pc:spChg>
        <pc:spChg chg="del">
          <ac:chgData name="JADIWIRA R. Caturandy" userId="6c2a1bf5-66ad-4d4d-8cef-e1bade747bf1" providerId="ADAL" clId="{CE6215AD-B81A-4E60-82D3-863966B44593}" dt="2026-02-23T02:56:28.748" v="8" actId="26606"/>
          <ac:spMkLst>
            <pc:docMk/>
            <pc:sldMk cId="373023206" sldId="266"/>
            <ac:spMk id="4" creationId="{97C42FDB-A306-B934-6F5C-A8D185EC6AAC}"/>
          </ac:spMkLst>
        </pc:spChg>
        <pc:graphicFrameChg chg="add">
          <ac:chgData name="JADIWIRA R. Caturandy" userId="6c2a1bf5-66ad-4d4d-8cef-e1bade747bf1" providerId="ADAL" clId="{CE6215AD-B81A-4E60-82D3-863966B44593}" dt="2026-02-23T02:56:28.748" v="8" actId="26606"/>
          <ac:graphicFrameMkLst>
            <pc:docMk/>
            <pc:sldMk cId="373023206" sldId="266"/>
            <ac:graphicFrameMk id="6" creationId="{AF4A042B-EB0B-D94E-B880-5C82DF4F90FB}"/>
          </ac:graphicFrameMkLst>
        </pc:graphicFrameChg>
      </pc:sldChg>
      <pc:sldChg chg="addSp delSp modSp mod">
        <pc:chgData name="JADIWIRA R. Caturandy" userId="6c2a1bf5-66ad-4d4d-8cef-e1bade747bf1" providerId="ADAL" clId="{CE6215AD-B81A-4E60-82D3-863966B44593}" dt="2026-02-23T02:56:38.256" v="9" actId="26606"/>
        <pc:sldMkLst>
          <pc:docMk/>
          <pc:sldMk cId="2027090424" sldId="267"/>
        </pc:sldMkLst>
        <pc:spChg chg="mod">
          <ac:chgData name="JADIWIRA R. Caturandy" userId="6c2a1bf5-66ad-4d4d-8cef-e1bade747bf1" providerId="ADAL" clId="{CE6215AD-B81A-4E60-82D3-863966B44593}" dt="2026-02-23T02:56:38.256" v="9" actId="26606"/>
          <ac:spMkLst>
            <pc:docMk/>
            <pc:sldMk cId="2027090424" sldId="267"/>
            <ac:spMk id="2" creationId="{157DDD2B-32F6-31A0-BAA8-AE0E519C33E9}"/>
          </ac:spMkLst>
        </pc:spChg>
        <pc:spChg chg="del">
          <ac:chgData name="JADIWIRA R. Caturandy" userId="6c2a1bf5-66ad-4d4d-8cef-e1bade747bf1" providerId="ADAL" clId="{CE6215AD-B81A-4E60-82D3-863966B44593}" dt="2026-02-23T02:56:38.256" v="9" actId="26606"/>
          <ac:spMkLst>
            <pc:docMk/>
            <pc:sldMk cId="2027090424" sldId="267"/>
            <ac:spMk id="4" creationId="{AC9E3963-CAC3-04C5-2577-521FCCCF0FFE}"/>
          </ac:spMkLst>
        </pc:spChg>
        <pc:graphicFrameChg chg="add">
          <ac:chgData name="JADIWIRA R. Caturandy" userId="6c2a1bf5-66ad-4d4d-8cef-e1bade747bf1" providerId="ADAL" clId="{CE6215AD-B81A-4E60-82D3-863966B44593}" dt="2026-02-23T02:56:38.256" v="9" actId="26606"/>
          <ac:graphicFrameMkLst>
            <pc:docMk/>
            <pc:sldMk cId="2027090424" sldId="267"/>
            <ac:graphicFrameMk id="6" creationId="{06E7AA1D-C083-DB66-C5BC-3F7BFFC3D650}"/>
          </ac:graphicFrameMkLst>
        </pc:graphicFrameChg>
      </pc:sldChg>
      <pc:sldChg chg="addSp delSp modSp mod">
        <pc:chgData name="JADIWIRA R. Caturandy" userId="6c2a1bf5-66ad-4d4d-8cef-e1bade747bf1" providerId="ADAL" clId="{CE6215AD-B81A-4E60-82D3-863966B44593}" dt="2026-02-23T02:58:02.221" v="27" actId="26606"/>
        <pc:sldMkLst>
          <pc:docMk/>
          <pc:sldMk cId="3790080583" sldId="268"/>
        </pc:sldMkLst>
        <pc:spChg chg="mod">
          <ac:chgData name="JADIWIRA R. Caturandy" userId="6c2a1bf5-66ad-4d4d-8cef-e1bade747bf1" providerId="ADAL" clId="{CE6215AD-B81A-4E60-82D3-863966B44593}" dt="2026-02-23T02:58:02.221" v="27" actId="26606"/>
          <ac:spMkLst>
            <pc:docMk/>
            <pc:sldMk cId="3790080583" sldId="268"/>
            <ac:spMk id="2" creationId="{0F3F7E83-1FDA-46C5-412C-A60707A4839D}"/>
          </ac:spMkLst>
        </pc:spChg>
        <pc:spChg chg="del">
          <ac:chgData name="JADIWIRA R. Caturandy" userId="6c2a1bf5-66ad-4d4d-8cef-e1bade747bf1" providerId="ADAL" clId="{CE6215AD-B81A-4E60-82D3-863966B44593}" dt="2026-02-23T02:58:02.221" v="27" actId="26606"/>
          <ac:spMkLst>
            <pc:docMk/>
            <pc:sldMk cId="3790080583" sldId="268"/>
            <ac:spMk id="3" creationId="{0D77A9CE-40F3-5100-8AB5-CD1C61AB7E35}"/>
          </ac:spMkLst>
        </pc:spChg>
        <pc:graphicFrameChg chg="add">
          <ac:chgData name="JADIWIRA R. Caturandy" userId="6c2a1bf5-66ad-4d4d-8cef-e1bade747bf1" providerId="ADAL" clId="{CE6215AD-B81A-4E60-82D3-863966B44593}" dt="2026-02-23T02:58:02.221" v="27" actId="26606"/>
          <ac:graphicFrameMkLst>
            <pc:docMk/>
            <pc:sldMk cId="3790080583" sldId="268"/>
            <ac:graphicFrameMk id="5" creationId="{377AFFFA-5373-FFD4-D970-36F9E7132A43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EBBEBA-4610-432A-8E96-A0E0BDC8E317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221A7F3-7ACE-462C-AB41-A5A8FD3B5C6C}">
      <dgm:prSet/>
      <dgm:spPr/>
      <dgm:t>
        <a:bodyPr/>
        <a:lstStyle/>
        <a:p>
          <a:r>
            <a:rPr lang="en-ID"/>
            <a:t>📝 </a:t>
          </a:r>
          <a:r>
            <a:rPr lang="en-ID" b="1"/>
            <a:t>Audit Data</a:t>
          </a:r>
          <a:endParaRPr lang="en-US"/>
        </a:p>
      </dgm:t>
    </dgm:pt>
    <dgm:pt modelId="{532336D8-394B-47E3-A9D9-804E7B4F5884}" type="parTrans" cxnId="{7A6A9FF8-6176-46A3-A61F-9BF0B117D0F9}">
      <dgm:prSet/>
      <dgm:spPr/>
      <dgm:t>
        <a:bodyPr/>
        <a:lstStyle/>
        <a:p>
          <a:endParaRPr lang="en-US"/>
        </a:p>
      </dgm:t>
    </dgm:pt>
    <dgm:pt modelId="{BF934FC6-4C23-4B36-B8FC-89B7FEEED700}" type="sibTrans" cxnId="{7A6A9FF8-6176-46A3-A61F-9BF0B117D0F9}">
      <dgm:prSet/>
      <dgm:spPr/>
      <dgm:t>
        <a:bodyPr/>
        <a:lstStyle/>
        <a:p>
          <a:endParaRPr lang="en-US"/>
        </a:p>
      </dgm:t>
    </dgm:pt>
    <dgm:pt modelId="{B29CB917-218A-4772-9F2C-56FFA479B929}">
      <dgm:prSet/>
      <dgm:spPr/>
      <dgm:t>
        <a:bodyPr/>
        <a:lstStyle/>
        <a:p>
          <a:r>
            <a:rPr lang="en-ID"/>
            <a:t>🔍 </a:t>
          </a:r>
          <a:r>
            <a:rPr lang="en-ID" b="1"/>
            <a:t>Audit Akses &amp; Aktivitas</a:t>
          </a:r>
          <a:endParaRPr lang="en-US"/>
        </a:p>
      </dgm:t>
    </dgm:pt>
    <dgm:pt modelId="{2CCDB511-76BF-44E2-B0C8-2B16701B389C}" type="parTrans" cxnId="{1BF1B513-8D3E-488D-8944-959D0369B39A}">
      <dgm:prSet/>
      <dgm:spPr/>
      <dgm:t>
        <a:bodyPr/>
        <a:lstStyle/>
        <a:p>
          <a:endParaRPr lang="en-US"/>
        </a:p>
      </dgm:t>
    </dgm:pt>
    <dgm:pt modelId="{CD7ACDC7-7828-4225-BE2B-11EA4E2D66E6}" type="sibTrans" cxnId="{1BF1B513-8D3E-488D-8944-959D0369B39A}">
      <dgm:prSet/>
      <dgm:spPr/>
      <dgm:t>
        <a:bodyPr/>
        <a:lstStyle/>
        <a:p>
          <a:endParaRPr lang="en-US"/>
        </a:p>
      </dgm:t>
    </dgm:pt>
    <dgm:pt modelId="{FC3F2174-C19A-4FB5-9FEF-34EDD72F997E}">
      <dgm:prSet/>
      <dgm:spPr/>
      <dgm:t>
        <a:bodyPr/>
        <a:lstStyle/>
        <a:p>
          <a:r>
            <a:rPr lang="en-ID"/>
            <a:t>🧪 </a:t>
          </a:r>
          <a:r>
            <a:rPr lang="en-ID" b="1"/>
            <a:t>Tracing &amp; Debugging</a:t>
          </a:r>
          <a:endParaRPr lang="en-US"/>
        </a:p>
      </dgm:t>
    </dgm:pt>
    <dgm:pt modelId="{0FB78323-7BE1-42AB-8EB1-95BC6512585C}" type="parTrans" cxnId="{2F889F6C-D3BB-4172-82C7-2103317ECB5F}">
      <dgm:prSet/>
      <dgm:spPr/>
      <dgm:t>
        <a:bodyPr/>
        <a:lstStyle/>
        <a:p>
          <a:endParaRPr lang="en-US"/>
        </a:p>
      </dgm:t>
    </dgm:pt>
    <dgm:pt modelId="{4280FF03-BEAB-42A2-AD89-9B59D8C3F5F1}" type="sibTrans" cxnId="{2F889F6C-D3BB-4172-82C7-2103317ECB5F}">
      <dgm:prSet/>
      <dgm:spPr/>
      <dgm:t>
        <a:bodyPr/>
        <a:lstStyle/>
        <a:p>
          <a:endParaRPr lang="en-US"/>
        </a:p>
      </dgm:t>
    </dgm:pt>
    <dgm:pt modelId="{A9F795AC-561C-4D20-BAC8-22D8B9C51751}">
      <dgm:prSet/>
      <dgm:spPr/>
      <dgm:t>
        <a:bodyPr/>
        <a:lstStyle/>
        <a:p>
          <a:r>
            <a:rPr lang="en-ID"/>
            <a:t>⚡ </a:t>
          </a:r>
          <a:r>
            <a:rPr lang="en-ID" b="1"/>
            <a:t>Performance Monitoring</a:t>
          </a:r>
          <a:endParaRPr lang="en-US"/>
        </a:p>
      </dgm:t>
    </dgm:pt>
    <dgm:pt modelId="{F465C19F-626D-4F9B-B8E9-CD40F9BE7B8D}" type="parTrans" cxnId="{50B446F5-C95C-407A-AAFF-80A74CCAEBC1}">
      <dgm:prSet/>
      <dgm:spPr/>
      <dgm:t>
        <a:bodyPr/>
        <a:lstStyle/>
        <a:p>
          <a:endParaRPr lang="en-US"/>
        </a:p>
      </dgm:t>
    </dgm:pt>
    <dgm:pt modelId="{C88F054A-B348-4034-B2FF-0229FADD7560}" type="sibTrans" cxnId="{50B446F5-C95C-407A-AAFF-80A74CCAEBC1}">
      <dgm:prSet/>
      <dgm:spPr/>
      <dgm:t>
        <a:bodyPr/>
        <a:lstStyle/>
        <a:p>
          <a:endParaRPr lang="en-US"/>
        </a:p>
      </dgm:t>
    </dgm:pt>
    <dgm:pt modelId="{D7AA5266-8CF3-4BCB-AD0D-5F59D19CA920}" type="pres">
      <dgm:prSet presAssocID="{39EBBEBA-4610-432A-8E96-A0E0BDC8E31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73B30BE-4B52-4295-9334-DCE819D69568}" type="pres">
      <dgm:prSet presAssocID="{D221A7F3-7ACE-462C-AB41-A5A8FD3B5C6C}" presName="hierRoot1" presStyleCnt="0"/>
      <dgm:spPr/>
    </dgm:pt>
    <dgm:pt modelId="{FA606246-D449-4A1D-8127-A81CF595CCB5}" type="pres">
      <dgm:prSet presAssocID="{D221A7F3-7ACE-462C-AB41-A5A8FD3B5C6C}" presName="composite" presStyleCnt="0"/>
      <dgm:spPr/>
    </dgm:pt>
    <dgm:pt modelId="{BDA85083-6E86-471B-8E30-EB04E5C159A8}" type="pres">
      <dgm:prSet presAssocID="{D221A7F3-7ACE-462C-AB41-A5A8FD3B5C6C}" presName="background" presStyleLbl="node0" presStyleIdx="0" presStyleCnt="4"/>
      <dgm:spPr/>
    </dgm:pt>
    <dgm:pt modelId="{B25BDB68-DD23-43BC-AD0D-D3D733B7E9BE}" type="pres">
      <dgm:prSet presAssocID="{D221A7F3-7ACE-462C-AB41-A5A8FD3B5C6C}" presName="text" presStyleLbl="fgAcc0" presStyleIdx="0" presStyleCnt="4">
        <dgm:presLayoutVars>
          <dgm:chPref val="3"/>
        </dgm:presLayoutVars>
      </dgm:prSet>
      <dgm:spPr/>
    </dgm:pt>
    <dgm:pt modelId="{DC62EA30-D5D2-4455-B7FD-167456B21A5E}" type="pres">
      <dgm:prSet presAssocID="{D221A7F3-7ACE-462C-AB41-A5A8FD3B5C6C}" presName="hierChild2" presStyleCnt="0"/>
      <dgm:spPr/>
    </dgm:pt>
    <dgm:pt modelId="{E1375766-A44A-446A-AD40-DF23ADE6ED71}" type="pres">
      <dgm:prSet presAssocID="{B29CB917-218A-4772-9F2C-56FFA479B929}" presName="hierRoot1" presStyleCnt="0"/>
      <dgm:spPr/>
    </dgm:pt>
    <dgm:pt modelId="{1FED6C1C-FE7C-461B-BA99-730FA433BA4B}" type="pres">
      <dgm:prSet presAssocID="{B29CB917-218A-4772-9F2C-56FFA479B929}" presName="composite" presStyleCnt="0"/>
      <dgm:spPr/>
    </dgm:pt>
    <dgm:pt modelId="{05D94BA6-0F28-4D14-AF4B-9FFD9E99A110}" type="pres">
      <dgm:prSet presAssocID="{B29CB917-218A-4772-9F2C-56FFA479B929}" presName="background" presStyleLbl="node0" presStyleIdx="1" presStyleCnt="4"/>
      <dgm:spPr/>
    </dgm:pt>
    <dgm:pt modelId="{FDD704EB-32CB-4367-AB2A-41A801D5923E}" type="pres">
      <dgm:prSet presAssocID="{B29CB917-218A-4772-9F2C-56FFA479B929}" presName="text" presStyleLbl="fgAcc0" presStyleIdx="1" presStyleCnt="4">
        <dgm:presLayoutVars>
          <dgm:chPref val="3"/>
        </dgm:presLayoutVars>
      </dgm:prSet>
      <dgm:spPr/>
    </dgm:pt>
    <dgm:pt modelId="{C7F83D59-3163-47E0-BD22-9229838248ED}" type="pres">
      <dgm:prSet presAssocID="{B29CB917-218A-4772-9F2C-56FFA479B929}" presName="hierChild2" presStyleCnt="0"/>
      <dgm:spPr/>
    </dgm:pt>
    <dgm:pt modelId="{0CC2E133-CA78-41BE-B380-4737D290E756}" type="pres">
      <dgm:prSet presAssocID="{FC3F2174-C19A-4FB5-9FEF-34EDD72F997E}" presName="hierRoot1" presStyleCnt="0"/>
      <dgm:spPr/>
    </dgm:pt>
    <dgm:pt modelId="{D6C84E6F-AA5F-41D0-94A4-4CB686910CD3}" type="pres">
      <dgm:prSet presAssocID="{FC3F2174-C19A-4FB5-9FEF-34EDD72F997E}" presName="composite" presStyleCnt="0"/>
      <dgm:spPr/>
    </dgm:pt>
    <dgm:pt modelId="{AA3084BA-B05F-4EB8-8D1A-BEFEAF122696}" type="pres">
      <dgm:prSet presAssocID="{FC3F2174-C19A-4FB5-9FEF-34EDD72F997E}" presName="background" presStyleLbl="node0" presStyleIdx="2" presStyleCnt="4"/>
      <dgm:spPr/>
    </dgm:pt>
    <dgm:pt modelId="{93459FD9-1CD8-46C1-9136-D152AB9CC61E}" type="pres">
      <dgm:prSet presAssocID="{FC3F2174-C19A-4FB5-9FEF-34EDD72F997E}" presName="text" presStyleLbl="fgAcc0" presStyleIdx="2" presStyleCnt="4">
        <dgm:presLayoutVars>
          <dgm:chPref val="3"/>
        </dgm:presLayoutVars>
      </dgm:prSet>
      <dgm:spPr/>
    </dgm:pt>
    <dgm:pt modelId="{34D6FB63-176F-4E4A-BC6E-E8FA85E15D23}" type="pres">
      <dgm:prSet presAssocID="{FC3F2174-C19A-4FB5-9FEF-34EDD72F997E}" presName="hierChild2" presStyleCnt="0"/>
      <dgm:spPr/>
    </dgm:pt>
    <dgm:pt modelId="{CA1976C7-6E04-4097-9902-8ED9AB386335}" type="pres">
      <dgm:prSet presAssocID="{A9F795AC-561C-4D20-BAC8-22D8B9C51751}" presName="hierRoot1" presStyleCnt="0"/>
      <dgm:spPr/>
    </dgm:pt>
    <dgm:pt modelId="{E0A19803-9CEA-4A42-B491-359A83811945}" type="pres">
      <dgm:prSet presAssocID="{A9F795AC-561C-4D20-BAC8-22D8B9C51751}" presName="composite" presStyleCnt="0"/>
      <dgm:spPr/>
    </dgm:pt>
    <dgm:pt modelId="{5B5BEC71-934A-4EAF-B09E-D9D5859C734E}" type="pres">
      <dgm:prSet presAssocID="{A9F795AC-561C-4D20-BAC8-22D8B9C51751}" presName="background" presStyleLbl="node0" presStyleIdx="3" presStyleCnt="4"/>
      <dgm:spPr/>
    </dgm:pt>
    <dgm:pt modelId="{344B154D-94E9-44A2-8016-1D8D23C457E1}" type="pres">
      <dgm:prSet presAssocID="{A9F795AC-561C-4D20-BAC8-22D8B9C51751}" presName="text" presStyleLbl="fgAcc0" presStyleIdx="3" presStyleCnt="4">
        <dgm:presLayoutVars>
          <dgm:chPref val="3"/>
        </dgm:presLayoutVars>
      </dgm:prSet>
      <dgm:spPr/>
    </dgm:pt>
    <dgm:pt modelId="{F734A9CE-B5C0-4DFC-B21A-02594B6E9987}" type="pres">
      <dgm:prSet presAssocID="{A9F795AC-561C-4D20-BAC8-22D8B9C51751}" presName="hierChild2" presStyleCnt="0"/>
      <dgm:spPr/>
    </dgm:pt>
  </dgm:ptLst>
  <dgm:cxnLst>
    <dgm:cxn modelId="{56155A05-2790-43F3-ACA5-D0CBFCA5A294}" type="presOf" srcId="{D221A7F3-7ACE-462C-AB41-A5A8FD3B5C6C}" destId="{B25BDB68-DD23-43BC-AD0D-D3D733B7E9BE}" srcOrd="0" destOrd="0" presId="urn:microsoft.com/office/officeart/2005/8/layout/hierarchy1"/>
    <dgm:cxn modelId="{1BF1B513-8D3E-488D-8944-959D0369B39A}" srcId="{39EBBEBA-4610-432A-8E96-A0E0BDC8E317}" destId="{B29CB917-218A-4772-9F2C-56FFA479B929}" srcOrd="1" destOrd="0" parTransId="{2CCDB511-76BF-44E2-B0C8-2B16701B389C}" sibTransId="{CD7ACDC7-7828-4225-BE2B-11EA4E2D66E6}"/>
    <dgm:cxn modelId="{3FF3A51C-4B62-44C3-8985-25E33FAD43F9}" type="presOf" srcId="{FC3F2174-C19A-4FB5-9FEF-34EDD72F997E}" destId="{93459FD9-1CD8-46C1-9136-D152AB9CC61E}" srcOrd="0" destOrd="0" presId="urn:microsoft.com/office/officeart/2005/8/layout/hierarchy1"/>
    <dgm:cxn modelId="{2F889F6C-D3BB-4172-82C7-2103317ECB5F}" srcId="{39EBBEBA-4610-432A-8E96-A0E0BDC8E317}" destId="{FC3F2174-C19A-4FB5-9FEF-34EDD72F997E}" srcOrd="2" destOrd="0" parTransId="{0FB78323-7BE1-42AB-8EB1-95BC6512585C}" sibTransId="{4280FF03-BEAB-42A2-AD89-9B59D8C3F5F1}"/>
    <dgm:cxn modelId="{5F373676-6CFC-4B7A-942F-1252D4956F66}" type="presOf" srcId="{A9F795AC-561C-4D20-BAC8-22D8B9C51751}" destId="{344B154D-94E9-44A2-8016-1D8D23C457E1}" srcOrd="0" destOrd="0" presId="urn:microsoft.com/office/officeart/2005/8/layout/hierarchy1"/>
    <dgm:cxn modelId="{146899EE-62DA-4523-876D-F653D93774CB}" type="presOf" srcId="{B29CB917-218A-4772-9F2C-56FFA479B929}" destId="{FDD704EB-32CB-4367-AB2A-41A801D5923E}" srcOrd="0" destOrd="0" presId="urn:microsoft.com/office/officeart/2005/8/layout/hierarchy1"/>
    <dgm:cxn modelId="{A3BEF0F4-3C55-47C1-A8FD-7549327068EA}" type="presOf" srcId="{39EBBEBA-4610-432A-8E96-A0E0BDC8E317}" destId="{D7AA5266-8CF3-4BCB-AD0D-5F59D19CA920}" srcOrd="0" destOrd="0" presId="urn:microsoft.com/office/officeart/2005/8/layout/hierarchy1"/>
    <dgm:cxn modelId="{50B446F5-C95C-407A-AAFF-80A74CCAEBC1}" srcId="{39EBBEBA-4610-432A-8E96-A0E0BDC8E317}" destId="{A9F795AC-561C-4D20-BAC8-22D8B9C51751}" srcOrd="3" destOrd="0" parTransId="{F465C19F-626D-4F9B-B8E9-CD40F9BE7B8D}" sibTransId="{C88F054A-B348-4034-B2FF-0229FADD7560}"/>
    <dgm:cxn modelId="{7A6A9FF8-6176-46A3-A61F-9BF0B117D0F9}" srcId="{39EBBEBA-4610-432A-8E96-A0E0BDC8E317}" destId="{D221A7F3-7ACE-462C-AB41-A5A8FD3B5C6C}" srcOrd="0" destOrd="0" parTransId="{532336D8-394B-47E3-A9D9-804E7B4F5884}" sibTransId="{BF934FC6-4C23-4B36-B8FC-89B7FEEED700}"/>
    <dgm:cxn modelId="{AF57DDBC-D239-4B22-83CE-8243EF6004FD}" type="presParOf" srcId="{D7AA5266-8CF3-4BCB-AD0D-5F59D19CA920}" destId="{773B30BE-4B52-4295-9334-DCE819D69568}" srcOrd="0" destOrd="0" presId="urn:microsoft.com/office/officeart/2005/8/layout/hierarchy1"/>
    <dgm:cxn modelId="{6CFDBC70-D8CE-4CA4-BDB6-AE0D16C36FC3}" type="presParOf" srcId="{773B30BE-4B52-4295-9334-DCE819D69568}" destId="{FA606246-D449-4A1D-8127-A81CF595CCB5}" srcOrd="0" destOrd="0" presId="urn:microsoft.com/office/officeart/2005/8/layout/hierarchy1"/>
    <dgm:cxn modelId="{CC944836-C301-4CD8-B3CC-A6A708DB3C87}" type="presParOf" srcId="{FA606246-D449-4A1D-8127-A81CF595CCB5}" destId="{BDA85083-6E86-471B-8E30-EB04E5C159A8}" srcOrd="0" destOrd="0" presId="urn:microsoft.com/office/officeart/2005/8/layout/hierarchy1"/>
    <dgm:cxn modelId="{643DA1F1-BFEC-4E9D-95B2-76BE21426D45}" type="presParOf" srcId="{FA606246-D449-4A1D-8127-A81CF595CCB5}" destId="{B25BDB68-DD23-43BC-AD0D-D3D733B7E9BE}" srcOrd="1" destOrd="0" presId="urn:microsoft.com/office/officeart/2005/8/layout/hierarchy1"/>
    <dgm:cxn modelId="{AD44BF31-5E4D-4C91-B3FF-80D4B656F680}" type="presParOf" srcId="{773B30BE-4B52-4295-9334-DCE819D69568}" destId="{DC62EA30-D5D2-4455-B7FD-167456B21A5E}" srcOrd="1" destOrd="0" presId="urn:microsoft.com/office/officeart/2005/8/layout/hierarchy1"/>
    <dgm:cxn modelId="{A3646CB4-6FB9-4406-BAB4-D27718845438}" type="presParOf" srcId="{D7AA5266-8CF3-4BCB-AD0D-5F59D19CA920}" destId="{E1375766-A44A-446A-AD40-DF23ADE6ED71}" srcOrd="1" destOrd="0" presId="urn:microsoft.com/office/officeart/2005/8/layout/hierarchy1"/>
    <dgm:cxn modelId="{565FEDCF-A5A9-4D18-B5BE-2852DB1C754C}" type="presParOf" srcId="{E1375766-A44A-446A-AD40-DF23ADE6ED71}" destId="{1FED6C1C-FE7C-461B-BA99-730FA433BA4B}" srcOrd="0" destOrd="0" presId="urn:microsoft.com/office/officeart/2005/8/layout/hierarchy1"/>
    <dgm:cxn modelId="{3A25CCD1-530D-42F8-A908-3B88ABB7CE33}" type="presParOf" srcId="{1FED6C1C-FE7C-461B-BA99-730FA433BA4B}" destId="{05D94BA6-0F28-4D14-AF4B-9FFD9E99A110}" srcOrd="0" destOrd="0" presId="urn:microsoft.com/office/officeart/2005/8/layout/hierarchy1"/>
    <dgm:cxn modelId="{D6B760B0-8916-4822-9025-3483CD1E8F11}" type="presParOf" srcId="{1FED6C1C-FE7C-461B-BA99-730FA433BA4B}" destId="{FDD704EB-32CB-4367-AB2A-41A801D5923E}" srcOrd="1" destOrd="0" presId="urn:microsoft.com/office/officeart/2005/8/layout/hierarchy1"/>
    <dgm:cxn modelId="{DB227997-4929-421E-939D-80DC246FDEE6}" type="presParOf" srcId="{E1375766-A44A-446A-AD40-DF23ADE6ED71}" destId="{C7F83D59-3163-47E0-BD22-9229838248ED}" srcOrd="1" destOrd="0" presId="urn:microsoft.com/office/officeart/2005/8/layout/hierarchy1"/>
    <dgm:cxn modelId="{B2BAEEA5-223E-41D7-BBA6-CADCDA00A26D}" type="presParOf" srcId="{D7AA5266-8CF3-4BCB-AD0D-5F59D19CA920}" destId="{0CC2E133-CA78-41BE-B380-4737D290E756}" srcOrd="2" destOrd="0" presId="urn:microsoft.com/office/officeart/2005/8/layout/hierarchy1"/>
    <dgm:cxn modelId="{3DF4D080-3E2F-4AD0-934B-5EB458686E70}" type="presParOf" srcId="{0CC2E133-CA78-41BE-B380-4737D290E756}" destId="{D6C84E6F-AA5F-41D0-94A4-4CB686910CD3}" srcOrd="0" destOrd="0" presId="urn:microsoft.com/office/officeart/2005/8/layout/hierarchy1"/>
    <dgm:cxn modelId="{DA86AB01-56B7-44B2-A342-1A890537FDE6}" type="presParOf" srcId="{D6C84E6F-AA5F-41D0-94A4-4CB686910CD3}" destId="{AA3084BA-B05F-4EB8-8D1A-BEFEAF122696}" srcOrd="0" destOrd="0" presId="urn:microsoft.com/office/officeart/2005/8/layout/hierarchy1"/>
    <dgm:cxn modelId="{13455CAB-3986-42AF-AF02-84C12A6DF784}" type="presParOf" srcId="{D6C84E6F-AA5F-41D0-94A4-4CB686910CD3}" destId="{93459FD9-1CD8-46C1-9136-D152AB9CC61E}" srcOrd="1" destOrd="0" presId="urn:microsoft.com/office/officeart/2005/8/layout/hierarchy1"/>
    <dgm:cxn modelId="{B879F153-B443-4555-B6E9-E8796147BFF2}" type="presParOf" srcId="{0CC2E133-CA78-41BE-B380-4737D290E756}" destId="{34D6FB63-176F-4E4A-BC6E-E8FA85E15D23}" srcOrd="1" destOrd="0" presId="urn:microsoft.com/office/officeart/2005/8/layout/hierarchy1"/>
    <dgm:cxn modelId="{EC997063-4483-40CB-A9FD-35328653AE56}" type="presParOf" srcId="{D7AA5266-8CF3-4BCB-AD0D-5F59D19CA920}" destId="{CA1976C7-6E04-4097-9902-8ED9AB386335}" srcOrd="3" destOrd="0" presId="urn:microsoft.com/office/officeart/2005/8/layout/hierarchy1"/>
    <dgm:cxn modelId="{3E3729E2-2710-4DA0-BFB5-CCB36BF89CE5}" type="presParOf" srcId="{CA1976C7-6E04-4097-9902-8ED9AB386335}" destId="{E0A19803-9CEA-4A42-B491-359A83811945}" srcOrd="0" destOrd="0" presId="urn:microsoft.com/office/officeart/2005/8/layout/hierarchy1"/>
    <dgm:cxn modelId="{94D0FE33-F269-4890-BF6A-50CB0AC6DD42}" type="presParOf" srcId="{E0A19803-9CEA-4A42-B491-359A83811945}" destId="{5B5BEC71-934A-4EAF-B09E-D9D5859C734E}" srcOrd="0" destOrd="0" presId="urn:microsoft.com/office/officeart/2005/8/layout/hierarchy1"/>
    <dgm:cxn modelId="{75743AE5-3BB3-4167-9980-B9A54F353B4F}" type="presParOf" srcId="{E0A19803-9CEA-4A42-B491-359A83811945}" destId="{344B154D-94E9-44A2-8016-1D8D23C457E1}" srcOrd="1" destOrd="0" presId="urn:microsoft.com/office/officeart/2005/8/layout/hierarchy1"/>
    <dgm:cxn modelId="{FA6CFE48-31D6-4BB6-9F57-B5D2EB8CD733}" type="presParOf" srcId="{CA1976C7-6E04-4097-9902-8ED9AB386335}" destId="{F734A9CE-B5C0-4DFC-B21A-02594B6E998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2B318CF-0115-49A9-AE39-A2ECD2B37A86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BD78AE-DF0A-43CD-99E6-AFEA7EFF7874}">
      <dgm:prSet/>
      <dgm:spPr/>
      <dgm:t>
        <a:bodyPr/>
        <a:lstStyle/>
        <a:p>
          <a:r>
            <a:rPr lang="en-US" b="1" i="0" baseline="0"/>
            <a:t>Siapa</a:t>
          </a:r>
          <a:r>
            <a:rPr lang="en-US" b="0" i="0" baseline="0"/>
            <a:t> yang melakukan aksi?</a:t>
          </a:r>
          <a:endParaRPr lang="en-US"/>
        </a:p>
      </dgm:t>
    </dgm:pt>
    <dgm:pt modelId="{EC56B88E-871B-4B35-925C-3B607755C205}" type="parTrans" cxnId="{424872DA-1344-40A9-81EB-1704A4AF3AC3}">
      <dgm:prSet/>
      <dgm:spPr/>
      <dgm:t>
        <a:bodyPr/>
        <a:lstStyle/>
        <a:p>
          <a:endParaRPr lang="en-US"/>
        </a:p>
      </dgm:t>
    </dgm:pt>
    <dgm:pt modelId="{AC81752A-0EA2-49F0-95AA-2AB80986367A}" type="sibTrans" cxnId="{424872DA-1344-40A9-81EB-1704A4AF3AC3}">
      <dgm:prSet/>
      <dgm:spPr/>
      <dgm:t>
        <a:bodyPr/>
        <a:lstStyle/>
        <a:p>
          <a:endParaRPr lang="en-US"/>
        </a:p>
      </dgm:t>
    </dgm:pt>
    <dgm:pt modelId="{C17EAB71-6AA6-472B-94BF-78751CDEEC39}">
      <dgm:prSet/>
      <dgm:spPr/>
      <dgm:t>
        <a:bodyPr/>
        <a:lstStyle/>
        <a:p>
          <a:r>
            <a:rPr lang="en-US" b="1" i="0" baseline="0"/>
            <a:t>Kapan</a:t>
          </a:r>
          <a:r>
            <a:rPr lang="en-US" b="0" i="0" baseline="0"/>
            <a:t> aksi dilakukan?</a:t>
          </a:r>
          <a:endParaRPr lang="en-US"/>
        </a:p>
      </dgm:t>
    </dgm:pt>
    <dgm:pt modelId="{EB1EBFE7-4FBD-4E40-BBEC-7E09044B5F7C}" type="parTrans" cxnId="{4FF391FF-4A08-45C8-BF25-6EC5CE62046F}">
      <dgm:prSet/>
      <dgm:spPr/>
      <dgm:t>
        <a:bodyPr/>
        <a:lstStyle/>
        <a:p>
          <a:endParaRPr lang="en-US"/>
        </a:p>
      </dgm:t>
    </dgm:pt>
    <dgm:pt modelId="{5BF0B69A-A140-4F00-906F-331EC843827C}" type="sibTrans" cxnId="{4FF391FF-4A08-45C8-BF25-6EC5CE62046F}">
      <dgm:prSet/>
      <dgm:spPr/>
      <dgm:t>
        <a:bodyPr/>
        <a:lstStyle/>
        <a:p>
          <a:endParaRPr lang="en-US"/>
        </a:p>
      </dgm:t>
    </dgm:pt>
    <dgm:pt modelId="{B5708782-D07E-434B-830D-A5316061278B}">
      <dgm:prSet/>
      <dgm:spPr/>
      <dgm:t>
        <a:bodyPr/>
        <a:lstStyle/>
        <a:p>
          <a:r>
            <a:rPr lang="en-US" b="1" i="0" baseline="0"/>
            <a:t>Apa</a:t>
          </a:r>
          <a:r>
            <a:rPr lang="en-US" b="0" i="0" baseline="0"/>
            <a:t> yang berubah?</a:t>
          </a:r>
          <a:endParaRPr lang="en-US"/>
        </a:p>
      </dgm:t>
    </dgm:pt>
    <dgm:pt modelId="{539AD175-5C12-4469-83DC-A8AE7578C5C3}" type="parTrans" cxnId="{791D76AE-284B-48B1-9D62-E2E6AC98760B}">
      <dgm:prSet/>
      <dgm:spPr/>
      <dgm:t>
        <a:bodyPr/>
        <a:lstStyle/>
        <a:p>
          <a:endParaRPr lang="en-US"/>
        </a:p>
      </dgm:t>
    </dgm:pt>
    <dgm:pt modelId="{D560BAE9-F157-44C2-A774-2E9810F10660}" type="sibTrans" cxnId="{791D76AE-284B-48B1-9D62-E2E6AC98760B}">
      <dgm:prSet/>
      <dgm:spPr/>
      <dgm:t>
        <a:bodyPr/>
        <a:lstStyle/>
        <a:p>
          <a:endParaRPr lang="en-US"/>
        </a:p>
      </dgm:t>
    </dgm:pt>
    <dgm:pt modelId="{9F4672D5-C489-463F-B90D-2A1C6B49E172}">
      <dgm:prSet/>
      <dgm:spPr/>
      <dgm:t>
        <a:bodyPr/>
        <a:lstStyle/>
        <a:p>
          <a:r>
            <a:rPr lang="en-US" b="1" i="0" baseline="0"/>
            <a:t>Data sebelum &amp; sesudahnya apa?</a:t>
          </a:r>
          <a:endParaRPr lang="en-US"/>
        </a:p>
      </dgm:t>
    </dgm:pt>
    <dgm:pt modelId="{4A376DEF-7BF8-4A0F-BCE2-975F10F43734}" type="parTrans" cxnId="{EBACE965-FD2B-4182-A780-6162CF829A61}">
      <dgm:prSet/>
      <dgm:spPr/>
      <dgm:t>
        <a:bodyPr/>
        <a:lstStyle/>
        <a:p>
          <a:endParaRPr lang="en-US"/>
        </a:p>
      </dgm:t>
    </dgm:pt>
    <dgm:pt modelId="{2B9F9480-A03F-4C9A-BDAD-F711B62295E6}" type="sibTrans" cxnId="{EBACE965-FD2B-4182-A780-6162CF829A61}">
      <dgm:prSet/>
      <dgm:spPr/>
      <dgm:t>
        <a:bodyPr/>
        <a:lstStyle/>
        <a:p>
          <a:endParaRPr lang="en-US"/>
        </a:p>
      </dgm:t>
    </dgm:pt>
    <dgm:pt modelId="{2ADE5C9B-53A7-49C2-9689-01C195ED7411}">
      <dgm:prSet/>
      <dgm:spPr/>
      <dgm:t>
        <a:bodyPr/>
        <a:lstStyle/>
        <a:p>
          <a:r>
            <a:rPr lang="en-US" b="1" i="0" baseline="0"/>
            <a:t>Terjadi di controller / service / database mana?</a:t>
          </a:r>
          <a:endParaRPr lang="en-US"/>
        </a:p>
      </dgm:t>
    </dgm:pt>
    <dgm:pt modelId="{9FAA16FF-9C3E-489F-9616-55563B90AE62}" type="parTrans" cxnId="{56960499-AFD8-477F-96F8-4F17556459F9}">
      <dgm:prSet/>
      <dgm:spPr/>
      <dgm:t>
        <a:bodyPr/>
        <a:lstStyle/>
        <a:p>
          <a:endParaRPr lang="en-US"/>
        </a:p>
      </dgm:t>
    </dgm:pt>
    <dgm:pt modelId="{C96B9A99-3147-443D-B004-C467505D50C1}" type="sibTrans" cxnId="{56960499-AFD8-477F-96F8-4F17556459F9}">
      <dgm:prSet/>
      <dgm:spPr/>
      <dgm:t>
        <a:bodyPr/>
        <a:lstStyle/>
        <a:p>
          <a:endParaRPr lang="en-US"/>
        </a:p>
      </dgm:t>
    </dgm:pt>
    <dgm:pt modelId="{057C6B06-CDFB-4EE7-8A9E-0CCA056AB971}" type="pres">
      <dgm:prSet presAssocID="{82B318CF-0115-49A9-AE39-A2ECD2B37A86}" presName="linear" presStyleCnt="0">
        <dgm:presLayoutVars>
          <dgm:animLvl val="lvl"/>
          <dgm:resizeHandles val="exact"/>
        </dgm:presLayoutVars>
      </dgm:prSet>
      <dgm:spPr/>
    </dgm:pt>
    <dgm:pt modelId="{8DED8893-B5CF-4C2A-BA6A-C32D968A4C06}" type="pres">
      <dgm:prSet presAssocID="{F8BD78AE-DF0A-43CD-99E6-AFEA7EFF787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EB0CEDE-7F3E-4172-97B2-8F9E1F392E9C}" type="pres">
      <dgm:prSet presAssocID="{AC81752A-0EA2-49F0-95AA-2AB80986367A}" presName="spacer" presStyleCnt="0"/>
      <dgm:spPr/>
    </dgm:pt>
    <dgm:pt modelId="{8F26E142-2004-47F9-A3CE-4672672DA222}" type="pres">
      <dgm:prSet presAssocID="{C17EAB71-6AA6-472B-94BF-78751CDEEC3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48A450B-2475-4CCA-930D-2FF5FBC7EBF1}" type="pres">
      <dgm:prSet presAssocID="{5BF0B69A-A140-4F00-906F-331EC843827C}" presName="spacer" presStyleCnt="0"/>
      <dgm:spPr/>
    </dgm:pt>
    <dgm:pt modelId="{29ABC867-2FBC-498A-89B6-A00D90104825}" type="pres">
      <dgm:prSet presAssocID="{B5708782-D07E-434B-830D-A5316061278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474091F-612F-49EB-9D6C-3CB916714870}" type="pres">
      <dgm:prSet presAssocID="{D560BAE9-F157-44C2-A774-2E9810F10660}" presName="spacer" presStyleCnt="0"/>
      <dgm:spPr/>
    </dgm:pt>
    <dgm:pt modelId="{18716EDC-1C1C-4F16-97CD-DCC4AD0EE8B3}" type="pres">
      <dgm:prSet presAssocID="{9F4672D5-C489-463F-B90D-2A1C6B49E17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EC135E3-A5CB-4BCB-90D4-F25FD0B70AE9}" type="pres">
      <dgm:prSet presAssocID="{2B9F9480-A03F-4C9A-BDAD-F711B62295E6}" presName="spacer" presStyleCnt="0"/>
      <dgm:spPr/>
    </dgm:pt>
    <dgm:pt modelId="{DE85A1B6-EC08-44DC-9399-B79DE2EA0FDD}" type="pres">
      <dgm:prSet presAssocID="{2ADE5C9B-53A7-49C2-9689-01C195ED741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D2C2C0C-A47D-4444-9125-E00098E32760}" type="presOf" srcId="{9F4672D5-C489-463F-B90D-2A1C6B49E172}" destId="{18716EDC-1C1C-4F16-97CD-DCC4AD0EE8B3}" srcOrd="0" destOrd="0" presId="urn:microsoft.com/office/officeart/2005/8/layout/vList2"/>
    <dgm:cxn modelId="{BC12AD0E-8263-492B-9FE4-FCE98C2F6E7B}" type="presOf" srcId="{82B318CF-0115-49A9-AE39-A2ECD2B37A86}" destId="{057C6B06-CDFB-4EE7-8A9E-0CCA056AB971}" srcOrd="0" destOrd="0" presId="urn:microsoft.com/office/officeart/2005/8/layout/vList2"/>
    <dgm:cxn modelId="{EBACE965-FD2B-4182-A780-6162CF829A61}" srcId="{82B318CF-0115-49A9-AE39-A2ECD2B37A86}" destId="{9F4672D5-C489-463F-B90D-2A1C6B49E172}" srcOrd="3" destOrd="0" parTransId="{4A376DEF-7BF8-4A0F-BCE2-975F10F43734}" sibTransId="{2B9F9480-A03F-4C9A-BDAD-F711B62295E6}"/>
    <dgm:cxn modelId="{C9DC3A6C-B677-4DD4-B6FD-4704E7B31713}" type="presOf" srcId="{B5708782-D07E-434B-830D-A5316061278B}" destId="{29ABC867-2FBC-498A-89B6-A00D90104825}" srcOrd="0" destOrd="0" presId="urn:microsoft.com/office/officeart/2005/8/layout/vList2"/>
    <dgm:cxn modelId="{56960499-AFD8-477F-96F8-4F17556459F9}" srcId="{82B318CF-0115-49A9-AE39-A2ECD2B37A86}" destId="{2ADE5C9B-53A7-49C2-9689-01C195ED7411}" srcOrd="4" destOrd="0" parTransId="{9FAA16FF-9C3E-489F-9616-55563B90AE62}" sibTransId="{C96B9A99-3147-443D-B004-C467505D50C1}"/>
    <dgm:cxn modelId="{791D76AE-284B-48B1-9D62-E2E6AC98760B}" srcId="{82B318CF-0115-49A9-AE39-A2ECD2B37A86}" destId="{B5708782-D07E-434B-830D-A5316061278B}" srcOrd="2" destOrd="0" parTransId="{539AD175-5C12-4469-83DC-A8AE7578C5C3}" sibTransId="{D560BAE9-F157-44C2-A774-2E9810F10660}"/>
    <dgm:cxn modelId="{93D036B9-AB77-49DA-BB16-F3710C117FE6}" type="presOf" srcId="{2ADE5C9B-53A7-49C2-9689-01C195ED7411}" destId="{DE85A1B6-EC08-44DC-9399-B79DE2EA0FDD}" srcOrd="0" destOrd="0" presId="urn:microsoft.com/office/officeart/2005/8/layout/vList2"/>
    <dgm:cxn modelId="{424872DA-1344-40A9-81EB-1704A4AF3AC3}" srcId="{82B318CF-0115-49A9-AE39-A2ECD2B37A86}" destId="{F8BD78AE-DF0A-43CD-99E6-AFEA7EFF7874}" srcOrd="0" destOrd="0" parTransId="{EC56B88E-871B-4B35-925C-3B607755C205}" sibTransId="{AC81752A-0EA2-49F0-95AA-2AB80986367A}"/>
    <dgm:cxn modelId="{FFFCE6F5-E019-4A4C-A7CF-2EC5A2ADCDFB}" type="presOf" srcId="{C17EAB71-6AA6-472B-94BF-78751CDEEC39}" destId="{8F26E142-2004-47F9-A3CE-4672672DA222}" srcOrd="0" destOrd="0" presId="urn:microsoft.com/office/officeart/2005/8/layout/vList2"/>
    <dgm:cxn modelId="{A44A1DFE-3EB5-445D-8F31-B4BD0D0E043A}" type="presOf" srcId="{F8BD78AE-DF0A-43CD-99E6-AFEA7EFF7874}" destId="{8DED8893-B5CF-4C2A-BA6A-C32D968A4C06}" srcOrd="0" destOrd="0" presId="urn:microsoft.com/office/officeart/2005/8/layout/vList2"/>
    <dgm:cxn modelId="{4FF391FF-4A08-45C8-BF25-6EC5CE62046F}" srcId="{82B318CF-0115-49A9-AE39-A2ECD2B37A86}" destId="{C17EAB71-6AA6-472B-94BF-78751CDEEC39}" srcOrd="1" destOrd="0" parTransId="{EB1EBFE7-4FBD-4E40-BBEC-7E09044B5F7C}" sibTransId="{5BF0B69A-A140-4F00-906F-331EC843827C}"/>
    <dgm:cxn modelId="{31D32D20-9DF6-4AB4-BE9F-FBBC8AE9BAED}" type="presParOf" srcId="{057C6B06-CDFB-4EE7-8A9E-0CCA056AB971}" destId="{8DED8893-B5CF-4C2A-BA6A-C32D968A4C06}" srcOrd="0" destOrd="0" presId="urn:microsoft.com/office/officeart/2005/8/layout/vList2"/>
    <dgm:cxn modelId="{5365E2F9-579A-44DC-89B2-59CF96210DAE}" type="presParOf" srcId="{057C6B06-CDFB-4EE7-8A9E-0CCA056AB971}" destId="{AEB0CEDE-7F3E-4172-97B2-8F9E1F392E9C}" srcOrd="1" destOrd="0" presId="urn:microsoft.com/office/officeart/2005/8/layout/vList2"/>
    <dgm:cxn modelId="{C13B9B8A-E5C1-4297-ACA7-EF94E30E0BFC}" type="presParOf" srcId="{057C6B06-CDFB-4EE7-8A9E-0CCA056AB971}" destId="{8F26E142-2004-47F9-A3CE-4672672DA222}" srcOrd="2" destOrd="0" presId="urn:microsoft.com/office/officeart/2005/8/layout/vList2"/>
    <dgm:cxn modelId="{2FBE0816-6B3E-4639-B4F9-DAAF343315DA}" type="presParOf" srcId="{057C6B06-CDFB-4EE7-8A9E-0CCA056AB971}" destId="{D48A450B-2475-4CCA-930D-2FF5FBC7EBF1}" srcOrd="3" destOrd="0" presId="urn:microsoft.com/office/officeart/2005/8/layout/vList2"/>
    <dgm:cxn modelId="{6947ED1C-B72C-4B4A-A7AF-8954F54BEC71}" type="presParOf" srcId="{057C6B06-CDFB-4EE7-8A9E-0CCA056AB971}" destId="{29ABC867-2FBC-498A-89B6-A00D90104825}" srcOrd="4" destOrd="0" presId="urn:microsoft.com/office/officeart/2005/8/layout/vList2"/>
    <dgm:cxn modelId="{9B96DE89-E128-457A-952E-271FEA360202}" type="presParOf" srcId="{057C6B06-CDFB-4EE7-8A9E-0CCA056AB971}" destId="{1474091F-612F-49EB-9D6C-3CB916714870}" srcOrd="5" destOrd="0" presId="urn:microsoft.com/office/officeart/2005/8/layout/vList2"/>
    <dgm:cxn modelId="{FE657E28-F179-4436-B5A9-11B39BD31F9F}" type="presParOf" srcId="{057C6B06-CDFB-4EE7-8A9E-0CCA056AB971}" destId="{18716EDC-1C1C-4F16-97CD-DCC4AD0EE8B3}" srcOrd="6" destOrd="0" presId="urn:microsoft.com/office/officeart/2005/8/layout/vList2"/>
    <dgm:cxn modelId="{5ECA38F1-F2E0-4D8A-9AF6-D18C31881F65}" type="presParOf" srcId="{057C6B06-CDFB-4EE7-8A9E-0CCA056AB971}" destId="{2EC135E3-A5CB-4BCB-90D4-F25FD0B70AE9}" srcOrd="7" destOrd="0" presId="urn:microsoft.com/office/officeart/2005/8/layout/vList2"/>
    <dgm:cxn modelId="{01E04842-8364-48CD-8525-93803A3044D5}" type="presParOf" srcId="{057C6B06-CDFB-4EE7-8A9E-0CCA056AB971}" destId="{DE85A1B6-EC08-44DC-9399-B79DE2EA0FD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E83273-F973-4BD5-A03C-5E48E552D9D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2AB592D-143B-44C9-9DB2-5E8CFB663033}">
      <dgm:prSet/>
      <dgm:spPr/>
      <dgm:t>
        <a:bodyPr/>
        <a:lstStyle/>
        <a:p>
          <a:r>
            <a:rPr lang="en-US" b="1" i="0" baseline="0"/>
            <a:t>Integrasi mudah</a:t>
          </a:r>
          <a:r>
            <a:rPr lang="en-US" b="0" i="0" baseline="0"/>
            <a:t>: langsung bisa dipakai di Entity Framework, ASP.NET Core, Web API, dll. </a:t>
          </a:r>
          <a:endParaRPr lang="en-US"/>
        </a:p>
      </dgm:t>
    </dgm:pt>
    <dgm:pt modelId="{A52AAAFA-D88D-41D0-A6EE-8ADFCFA64DFB}" type="parTrans" cxnId="{E2DE5EAF-E4AC-4A97-808C-12253004299E}">
      <dgm:prSet/>
      <dgm:spPr/>
      <dgm:t>
        <a:bodyPr/>
        <a:lstStyle/>
        <a:p>
          <a:endParaRPr lang="en-US"/>
        </a:p>
      </dgm:t>
    </dgm:pt>
    <dgm:pt modelId="{BD4B4FCD-E4BB-4C32-94AF-0C287BF24D1F}" type="sibTrans" cxnId="{E2DE5EAF-E4AC-4A97-808C-12253004299E}">
      <dgm:prSet/>
      <dgm:spPr/>
      <dgm:t>
        <a:bodyPr/>
        <a:lstStyle/>
        <a:p>
          <a:endParaRPr lang="en-US"/>
        </a:p>
      </dgm:t>
    </dgm:pt>
    <dgm:pt modelId="{5CC49B90-CD0B-4DC5-AB54-A6993646A1D8}">
      <dgm:prSet/>
      <dgm:spPr/>
      <dgm:t>
        <a:bodyPr/>
        <a:lstStyle/>
        <a:p>
          <a:r>
            <a:rPr lang="en-US" b="1" i="0" baseline="0"/>
            <a:t>Fleksibel</a:t>
          </a:r>
          <a:r>
            <a:rPr lang="en-US" b="0" i="0" baseline="0"/>
            <a:t>: banyak provider (SQL, NoSQL, file, cloud, log framework, Elasticsearch, Redis, dll). </a:t>
          </a:r>
          <a:endParaRPr lang="en-US"/>
        </a:p>
      </dgm:t>
    </dgm:pt>
    <dgm:pt modelId="{BA8EACB0-814C-4414-81EE-3571FCE47840}" type="parTrans" cxnId="{06FEA4D3-8AFC-410C-A4BB-2966E05C3E5D}">
      <dgm:prSet/>
      <dgm:spPr/>
      <dgm:t>
        <a:bodyPr/>
        <a:lstStyle/>
        <a:p>
          <a:endParaRPr lang="en-US"/>
        </a:p>
      </dgm:t>
    </dgm:pt>
    <dgm:pt modelId="{2D42F7A2-23C1-4D50-BEEC-4E22235D825D}" type="sibTrans" cxnId="{06FEA4D3-8AFC-410C-A4BB-2966E05C3E5D}">
      <dgm:prSet/>
      <dgm:spPr/>
      <dgm:t>
        <a:bodyPr/>
        <a:lstStyle/>
        <a:p>
          <a:endParaRPr lang="en-US"/>
        </a:p>
      </dgm:t>
    </dgm:pt>
    <dgm:pt modelId="{A3314837-4E89-4C51-B698-9FD781354957}">
      <dgm:prSet/>
      <dgm:spPr/>
      <dgm:t>
        <a:bodyPr/>
        <a:lstStyle/>
        <a:p>
          <a:r>
            <a:rPr lang="en-US" b="1" i="0" baseline="0"/>
            <a:t>Detail log lengkap</a:t>
          </a:r>
          <a:r>
            <a:rPr lang="en-US" b="0" i="0" baseline="0"/>
            <a:t>: menyimpan snapshot entity, column values, changes, environment (user, machine, method). </a:t>
          </a:r>
          <a:endParaRPr lang="en-US"/>
        </a:p>
      </dgm:t>
    </dgm:pt>
    <dgm:pt modelId="{2FDD5781-5A8B-444F-94D2-1DAB4C5F95D7}" type="parTrans" cxnId="{7A424378-0FFF-47F5-8EE0-C2E2F883C312}">
      <dgm:prSet/>
      <dgm:spPr/>
      <dgm:t>
        <a:bodyPr/>
        <a:lstStyle/>
        <a:p>
          <a:endParaRPr lang="en-US"/>
        </a:p>
      </dgm:t>
    </dgm:pt>
    <dgm:pt modelId="{904C8D34-635A-4FA8-99BF-48809B266DD9}" type="sibTrans" cxnId="{7A424378-0FFF-47F5-8EE0-C2E2F883C312}">
      <dgm:prSet/>
      <dgm:spPr/>
      <dgm:t>
        <a:bodyPr/>
        <a:lstStyle/>
        <a:p>
          <a:endParaRPr lang="en-US"/>
        </a:p>
      </dgm:t>
    </dgm:pt>
    <dgm:pt modelId="{9851B8BE-1CD7-485E-AB2F-54C6E2A6C6DE}">
      <dgm:prSet/>
      <dgm:spPr/>
      <dgm:t>
        <a:bodyPr/>
        <a:lstStyle/>
        <a:p>
          <a:r>
            <a:rPr lang="en-US" b="1" i="0" baseline="0"/>
            <a:t>Open source &amp; aktif</a:t>
          </a:r>
          <a:r>
            <a:rPr lang="en-US" b="0" i="0" baseline="0"/>
            <a:t>: komunitas besar, dokumentasi lumayan jelas, update rutin. </a:t>
          </a:r>
          <a:endParaRPr lang="en-US"/>
        </a:p>
      </dgm:t>
    </dgm:pt>
    <dgm:pt modelId="{0903E0D0-CD83-4C16-A149-C50D8F9D0280}" type="parTrans" cxnId="{EB531F05-D306-471A-AD37-7F08B4B02923}">
      <dgm:prSet/>
      <dgm:spPr/>
      <dgm:t>
        <a:bodyPr/>
        <a:lstStyle/>
        <a:p>
          <a:endParaRPr lang="en-US"/>
        </a:p>
      </dgm:t>
    </dgm:pt>
    <dgm:pt modelId="{AB3F9D14-CEB6-40F3-984C-9B228FF8D765}" type="sibTrans" cxnId="{EB531F05-D306-471A-AD37-7F08B4B02923}">
      <dgm:prSet/>
      <dgm:spPr/>
      <dgm:t>
        <a:bodyPr/>
        <a:lstStyle/>
        <a:p>
          <a:endParaRPr lang="en-US"/>
        </a:p>
      </dgm:t>
    </dgm:pt>
    <dgm:pt modelId="{FE3532E6-6B6A-444E-BDE7-4C62BCEA02F1}">
      <dgm:prSet/>
      <dgm:spPr/>
      <dgm:t>
        <a:bodyPr/>
        <a:lstStyle/>
        <a:p>
          <a:r>
            <a:rPr lang="en-US" b="1" i="0" baseline="0"/>
            <a:t>Multi-skenario</a:t>
          </a:r>
          <a:r>
            <a:rPr lang="en-US" b="0" i="0" baseline="0"/>
            <a:t>: tidak hanya database, bisa audit method calls, HTTP requests, file system, dll. </a:t>
          </a:r>
          <a:endParaRPr lang="en-US"/>
        </a:p>
      </dgm:t>
    </dgm:pt>
    <dgm:pt modelId="{AFCAE985-B09B-41FA-8D33-0C59139FBCEA}" type="parTrans" cxnId="{AAAB8D40-5CA1-43A5-B372-599A502CB3A6}">
      <dgm:prSet/>
      <dgm:spPr/>
      <dgm:t>
        <a:bodyPr/>
        <a:lstStyle/>
        <a:p>
          <a:endParaRPr lang="en-US"/>
        </a:p>
      </dgm:t>
    </dgm:pt>
    <dgm:pt modelId="{61E14432-E9C9-4C8A-9852-8C87CC20E56C}" type="sibTrans" cxnId="{AAAB8D40-5CA1-43A5-B372-599A502CB3A6}">
      <dgm:prSet/>
      <dgm:spPr/>
      <dgm:t>
        <a:bodyPr/>
        <a:lstStyle/>
        <a:p>
          <a:endParaRPr lang="en-US"/>
        </a:p>
      </dgm:t>
    </dgm:pt>
    <dgm:pt modelId="{3C7BC620-A0B3-4B61-9200-843093D814C9}" type="pres">
      <dgm:prSet presAssocID="{4DE83273-F973-4BD5-A03C-5E48E552D9D3}" presName="root" presStyleCnt="0">
        <dgm:presLayoutVars>
          <dgm:dir/>
          <dgm:resizeHandles val="exact"/>
        </dgm:presLayoutVars>
      </dgm:prSet>
      <dgm:spPr/>
    </dgm:pt>
    <dgm:pt modelId="{8F169711-77CE-4981-BBA7-B86C5178BD5B}" type="pres">
      <dgm:prSet presAssocID="{D2AB592D-143B-44C9-9DB2-5E8CFB663033}" presName="compNode" presStyleCnt="0"/>
      <dgm:spPr/>
    </dgm:pt>
    <dgm:pt modelId="{1C82A681-1684-4861-AFFF-268B5FF9C30B}" type="pres">
      <dgm:prSet presAssocID="{D2AB592D-143B-44C9-9DB2-5E8CFB663033}" presName="bgRect" presStyleLbl="bgShp" presStyleIdx="0" presStyleCnt="5"/>
      <dgm:spPr/>
    </dgm:pt>
    <dgm:pt modelId="{516B933B-BCF3-492B-AA7E-D973EFEB85F8}" type="pres">
      <dgm:prSet presAssocID="{D2AB592D-143B-44C9-9DB2-5E8CFB66303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F50905A-BD04-4C69-A8AC-59F168DA489B}" type="pres">
      <dgm:prSet presAssocID="{D2AB592D-143B-44C9-9DB2-5E8CFB663033}" presName="spaceRect" presStyleCnt="0"/>
      <dgm:spPr/>
    </dgm:pt>
    <dgm:pt modelId="{F1666002-0F53-48EB-82CA-61194D700C33}" type="pres">
      <dgm:prSet presAssocID="{D2AB592D-143B-44C9-9DB2-5E8CFB663033}" presName="parTx" presStyleLbl="revTx" presStyleIdx="0" presStyleCnt="5">
        <dgm:presLayoutVars>
          <dgm:chMax val="0"/>
          <dgm:chPref val="0"/>
        </dgm:presLayoutVars>
      </dgm:prSet>
      <dgm:spPr/>
    </dgm:pt>
    <dgm:pt modelId="{826E6FD8-2EC7-454D-A47A-1C4804BF8B6F}" type="pres">
      <dgm:prSet presAssocID="{BD4B4FCD-E4BB-4C32-94AF-0C287BF24D1F}" presName="sibTrans" presStyleCnt="0"/>
      <dgm:spPr/>
    </dgm:pt>
    <dgm:pt modelId="{DE6B6203-C82F-45A5-B52A-4F4F5A2A513E}" type="pres">
      <dgm:prSet presAssocID="{5CC49B90-CD0B-4DC5-AB54-A6993646A1D8}" presName="compNode" presStyleCnt="0"/>
      <dgm:spPr/>
    </dgm:pt>
    <dgm:pt modelId="{F011871D-EEAB-4AFA-AFEB-DA3B58D5C305}" type="pres">
      <dgm:prSet presAssocID="{5CC49B90-CD0B-4DC5-AB54-A6993646A1D8}" presName="bgRect" presStyleLbl="bgShp" presStyleIdx="1" presStyleCnt="5"/>
      <dgm:spPr/>
    </dgm:pt>
    <dgm:pt modelId="{5AE4A9A5-54AA-446F-9F2C-7233A49BDB0E}" type="pres">
      <dgm:prSet presAssocID="{5CC49B90-CD0B-4DC5-AB54-A6993646A1D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3FD668B-C3CC-41A0-8EA0-A9EAD810826C}" type="pres">
      <dgm:prSet presAssocID="{5CC49B90-CD0B-4DC5-AB54-A6993646A1D8}" presName="spaceRect" presStyleCnt="0"/>
      <dgm:spPr/>
    </dgm:pt>
    <dgm:pt modelId="{47AE2489-717A-47F1-8F3D-CC0FDCA54B8D}" type="pres">
      <dgm:prSet presAssocID="{5CC49B90-CD0B-4DC5-AB54-A6993646A1D8}" presName="parTx" presStyleLbl="revTx" presStyleIdx="1" presStyleCnt="5">
        <dgm:presLayoutVars>
          <dgm:chMax val="0"/>
          <dgm:chPref val="0"/>
        </dgm:presLayoutVars>
      </dgm:prSet>
      <dgm:spPr/>
    </dgm:pt>
    <dgm:pt modelId="{1F9DC240-CB28-44C3-B4EC-729DB13E13C5}" type="pres">
      <dgm:prSet presAssocID="{2D42F7A2-23C1-4D50-BEEC-4E22235D825D}" presName="sibTrans" presStyleCnt="0"/>
      <dgm:spPr/>
    </dgm:pt>
    <dgm:pt modelId="{64C344D5-BCAA-4CF8-BF96-A24DE3318839}" type="pres">
      <dgm:prSet presAssocID="{A3314837-4E89-4C51-B698-9FD781354957}" presName="compNode" presStyleCnt="0"/>
      <dgm:spPr/>
    </dgm:pt>
    <dgm:pt modelId="{A513606E-62B2-4BA6-939F-249C93F2C76D}" type="pres">
      <dgm:prSet presAssocID="{A3314837-4E89-4C51-B698-9FD781354957}" presName="bgRect" presStyleLbl="bgShp" presStyleIdx="2" presStyleCnt="5"/>
      <dgm:spPr/>
    </dgm:pt>
    <dgm:pt modelId="{70E03D06-DE7F-48DD-8FFA-A4ECC4A0B3F6}" type="pres">
      <dgm:prSet presAssocID="{A3314837-4E89-4C51-B698-9FD78135495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4F6A40EF-15AB-42BB-AD8A-311F6E2F32CB}" type="pres">
      <dgm:prSet presAssocID="{A3314837-4E89-4C51-B698-9FD781354957}" presName="spaceRect" presStyleCnt="0"/>
      <dgm:spPr/>
    </dgm:pt>
    <dgm:pt modelId="{348F8074-B577-4A2B-899D-86E8287EEEB8}" type="pres">
      <dgm:prSet presAssocID="{A3314837-4E89-4C51-B698-9FD781354957}" presName="parTx" presStyleLbl="revTx" presStyleIdx="2" presStyleCnt="5">
        <dgm:presLayoutVars>
          <dgm:chMax val="0"/>
          <dgm:chPref val="0"/>
        </dgm:presLayoutVars>
      </dgm:prSet>
      <dgm:spPr/>
    </dgm:pt>
    <dgm:pt modelId="{0ED7834D-45C3-454F-BD94-FCA7A593181E}" type="pres">
      <dgm:prSet presAssocID="{904C8D34-635A-4FA8-99BF-48809B266DD9}" presName="sibTrans" presStyleCnt="0"/>
      <dgm:spPr/>
    </dgm:pt>
    <dgm:pt modelId="{38EB40AD-69E8-4875-A89D-832FBACAB052}" type="pres">
      <dgm:prSet presAssocID="{9851B8BE-1CD7-485E-AB2F-54C6E2A6C6DE}" presName="compNode" presStyleCnt="0"/>
      <dgm:spPr/>
    </dgm:pt>
    <dgm:pt modelId="{2A6CA13D-888A-4D42-836F-6812F499C9E8}" type="pres">
      <dgm:prSet presAssocID="{9851B8BE-1CD7-485E-AB2F-54C6E2A6C6DE}" presName="bgRect" presStyleLbl="bgShp" presStyleIdx="3" presStyleCnt="5"/>
      <dgm:spPr/>
    </dgm:pt>
    <dgm:pt modelId="{D3643AE2-9500-4849-83D7-6C1FC60A42AA}" type="pres">
      <dgm:prSet presAssocID="{9851B8BE-1CD7-485E-AB2F-54C6E2A6C6D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1F37F715-549F-4D1B-9FC4-2A2B015E0989}" type="pres">
      <dgm:prSet presAssocID="{9851B8BE-1CD7-485E-AB2F-54C6E2A6C6DE}" presName="spaceRect" presStyleCnt="0"/>
      <dgm:spPr/>
    </dgm:pt>
    <dgm:pt modelId="{976E63A8-B393-4801-A857-D8E258B0595D}" type="pres">
      <dgm:prSet presAssocID="{9851B8BE-1CD7-485E-AB2F-54C6E2A6C6DE}" presName="parTx" presStyleLbl="revTx" presStyleIdx="3" presStyleCnt="5">
        <dgm:presLayoutVars>
          <dgm:chMax val="0"/>
          <dgm:chPref val="0"/>
        </dgm:presLayoutVars>
      </dgm:prSet>
      <dgm:spPr/>
    </dgm:pt>
    <dgm:pt modelId="{E785B4F1-589A-4BB6-A8D5-E1296A29F875}" type="pres">
      <dgm:prSet presAssocID="{AB3F9D14-CEB6-40F3-984C-9B228FF8D765}" presName="sibTrans" presStyleCnt="0"/>
      <dgm:spPr/>
    </dgm:pt>
    <dgm:pt modelId="{6BD6496C-F1E5-42DA-A2FB-DD9B634A985B}" type="pres">
      <dgm:prSet presAssocID="{FE3532E6-6B6A-444E-BDE7-4C62BCEA02F1}" presName="compNode" presStyleCnt="0"/>
      <dgm:spPr/>
    </dgm:pt>
    <dgm:pt modelId="{58112021-08A6-4E5E-90EC-62FD4CC0AD68}" type="pres">
      <dgm:prSet presAssocID="{FE3532E6-6B6A-444E-BDE7-4C62BCEA02F1}" presName="bgRect" presStyleLbl="bgShp" presStyleIdx="4" presStyleCnt="5"/>
      <dgm:spPr/>
    </dgm:pt>
    <dgm:pt modelId="{DEE6EF2D-6264-4751-994A-7FE4D359A6CD}" type="pres">
      <dgm:prSet presAssocID="{FE3532E6-6B6A-444E-BDE7-4C62BCEA02F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B386769-1B3E-478A-B233-DD44017814D7}" type="pres">
      <dgm:prSet presAssocID="{FE3532E6-6B6A-444E-BDE7-4C62BCEA02F1}" presName="spaceRect" presStyleCnt="0"/>
      <dgm:spPr/>
    </dgm:pt>
    <dgm:pt modelId="{55CFC365-FBE1-44BA-B315-947CD7ABBB63}" type="pres">
      <dgm:prSet presAssocID="{FE3532E6-6B6A-444E-BDE7-4C62BCEA02F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B531F05-D306-471A-AD37-7F08B4B02923}" srcId="{4DE83273-F973-4BD5-A03C-5E48E552D9D3}" destId="{9851B8BE-1CD7-485E-AB2F-54C6E2A6C6DE}" srcOrd="3" destOrd="0" parTransId="{0903E0D0-CD83-4C16-A149-C50D8F9D0280}" sibTransId="{AB3F9D14-CEB6-40F3-984C-9B228FF8D765}"/>
    <dgm:cxn modelId="{75D5D410-8B0F-41C3-93FB-F86A3EA31BCF}" type="presOf" srcId="{4DE83273-F973-4BD5-A03C-5E48E552D9D3}" destId="{3C7BC620-A0B3-4B61-9200-843093D814C9}" srcOrd="0" destOrd="0" presId="urn:microsoft.com/office/officeart/2018/2/layout/IconVerticalSolidList"/>
    <dgm:cxn modelId="{18E1CF12-BE97-4BD7-8AD4-B66D0CCEAA73}" type="presOf" srcId="{A3314837-4E89-4C51-B698-9FD781354957}" destId="{348F8074-B577-4A2B-899D-86E8287EEEB8}" srcOrd="0" destOrd="0" presId="urn:microsoft.com/office/officeart/2018/2/layout/IconVerticalSolidList"/>
    <dgm:cxn modelId="{28F1A21E-DD87-4E86-A233-50BEC0760345}" type="presOf" srcId="{FE3532E6-6B6A-444E-BDE7-4C62BCEA02F1}" destId="{55CFC365-FBE1-44BA-B315-947CD7ABBB63}" srcOrd="0" destOrd="0" presId="urn:microsoft.com/office/officeart/2018/2/layout/IconVerticalSolidList"/>
    <dgm:cxn modelId="{AAAB8D40-5CA1-43A5-B372-599A502CB3A6}" srcId="{4DE83273-F973-4BD5-A03C-5E48E552D9D3}" destId="{FE3532E6-6B6A-444E-BDE7-4C62BCEA02F1}" srcOrd="4" destOrd="0" parTransId="{AFCAE985-B09B-41FA-8D33-0C59139FBCEA}" sibTransId="{61E14432-E9C9-4C8A-9852-8C87CC20E56C}"/>
    <dgm:cxn modelId="{2CDB4670-DE4D-4309-BC14-E96BFB0EDFE5}" type="presOf" srcId="{9851B8BE-1CD7-485E-AB2F-54C6E2A6C6DE}" destId="{976E63A8-B393-4801-A857-D8E258B0595D}" srcOrd="0" destOrd="0" presId="urn:microsoft.com/office/officeart/2018/2/layout/IconVerticalSolidList"/>
    <dgm:cxn modelId="{7A424378-0FFF-47F5-8EE0-C2E2F883C312}" srcId="{4DE83273-F973-4BD5-A03C-5E48E552D9D3}" destId="{A3314837-4E89-4C51-B698-9FD781354957}" srcOrd="2" destOrd="0" parTransId="{2FDD5781-5A8B-444F-94D2-1DAB4C5F95D7}" sibTransId="{904C8D34-635A-4FA8-99BF-48809B266DD9}"/>
    <dgm:cxn modelId="{A01F2EA9-CF10-49BC-A9F1-2CC59E7A715C}" type="presOf" srcId="{D2AB592D-143B-44C9-9DB2-5E8CFB663033}" destId="{F1666002-0F53-48EB-82CA-61194D700C33}" srcOrd="0" destOrd="0" presId="urn:microsoft.com/office/officeart/2018/2/layout/IconVerticalSolidList"/>
    <dgm:cxn modelId="{E2DE5EAF-E4AC-4A97-808C-12253004299E}" srcId="{4DE83273-F973-4BD5-A03C-5E48E552D9D3}" destId="{D2AB592D-143B-44C9-9DB2-5E8CFB663033}" srcOrd="0" destOrd="0" parTransId="{A52AAAFA-D88D-41D0-A6EE-8ADFCFA64DFB}" sibTransId="{BD4B4FCD-E4BB-4C32-94AF-0C287BF24D1F}"/>
    <dgm:cxn modelId="{F3429BC9-E9D8-4D13-8E1E-C842F1CA5AA4}" type="presOf" srcId="{5CC49B90-CD0B-4DC5-AB54-A6993646A1D8}" destId="{47AE2489-717A-47F1-8F3D-CC0FDCA54B8D}" srcOrd="0" destOrd="0" presId="urn:microsoft.com/office/officeart/2018/2/layout/IconVerticalSolidList"/>
    <dgm:cxn modelId="{06FEA4D3-8AFC-410C-A4BB-2966E05C3E5D}" srcId="{4DE83273-F973-4BD5-A03C-5E48E552D9D3}" destId="{5CC49B90-CD0B-4DC5-AB54-A6993646A1D8}" srcOrd="1" destOrd="0" parTransId="{BA8EACB0-814C-4414-81EE-3571FCE47840}" sibTransId="{2D42F7A2-23C1-4D50-BEEC-4E22235D825D}"/>
    <dgm:cxn modelId="{8844D510-A790-4BB9-B5BD-4DE9A6078E0D}" type="presParOf" srcId="{3C7BC620-A0B3-4B61-9200-843093D814C9}" destId="{8F169711-77CE-4981-BBA7-B86C5178BD5B}" srcOrd="0" destOrd="0" presId="urn:microsoft.com/office/officeart/2018/2/layout/IconVerticalSolidList"/>
    <dgm:cxn modelId="{754FBAB7-0559-4B77-A293-4875F0983F63}" type="presParOf" srcId="{8F169711-77CE-4981-BBA7-B86C5178BD5B}" destId="{1C82A681-1684-4861-AFFF-268B5FF9C30B}" srcOrd="0" destOrd="0" presId="urn:microsoft.com/office/officeart/2018/2/layout/IconVerticalSolidList"/>
    <dgm:cxn modelId="{7C31DFA0-32AB-4130-B13B-ACE61CAD3D02}" type="presParOf" srcId="{8F169711-77CE-4981-BBA7-B86C5178BD5B}" destId="{516B933B-BCF3-492B-AA7E-D973EFEB85F8}" srcOrd="1" destOrd="0" presId="urn:microsoft.com/office/officeart/2018/2/layout/IconVerticalSolidList"/>
    <dgm:cxn modelId="{D026359B-6C73-4C40-A39F-9845DA610B7F}" type="presParOf" srcId="{8F169711-77CE-4981-BBA7-B86C5178BD5B}" destId="{9F50905A-BD04-4C69-A8AC-59F168DA489B}" srcOrd="2" destOrd="0" presId="urn:microsoft.com/office/officeart/2018/2/layout/IconVerticalSolidList"/>
    <dgm:cxn modelId="{E0AE27F2-553E-4D5A-9B2B-75DE87916293}" type="presParOf" srcId="{8F169711-77CE-4981-BBA7-B86C5178BD5B}" destId="{F1666002-0F53-48EB-82CA-61194D700C33}" srcOrd="3" destOrd="0" presId="urn:microsoft.com/office/officeart/2018/2/layout/IconVerticalSolidList"/>
    <dgm:cxn modelId="{1436C2D4-CEBC-4658-82E3-47A8C3FA37B0}" type="presParOf" srcId="{3C7BC620-A0B3-4B61-9200-843093D814C9}" destId="{826E6FD8-2EC7-454D-A47A-1C4804BF8B6F}" srcOrd="1" destOrd="0" presId="urn:microsoft.com/office/officeart/2018/2/layout/IconVerticalSolidList"/>
    <dgm:cxn modelId="{8C9F02F1-FACB-4E54-A094-ACEF3D2CC909}" type="presParOf" srcId="{3C7BC620-A0B3-4B61-9200-843093D814C9}" destId="{DE6B6203-C82F-45A5-B52A-4F4F5A2A513E}" srcOrd="2" destOrd="0" presId="urn:microsoft.com/office/officeart/2018/2/layout/IconVerticalSolidList"/>
    <dgm:cxn modelId="{AD69AAED-3746-4B46-9B8C-B4396C9D49A7}" type="presParOf" srcId="{DE6B6203-C82F-45A5-B52A-4F4F5A2A513E}" destId="{F011871D-EEAB-4AFA-AFEB-DA3B58D5C305}" srcOrd="0" destOrd="0" presId="urn:microsoft.com/office/officeart/2018/2/layout/IconVerticalSolidList"/>
    <dgm:cxn modelId="{828968AB-BD25-4F5D-8523-27C0EDD4E082}" type="presParOf" srcId="{DE6B6203-C82F-45A5-B52A-4F4F5A2A513E}" destId="{5AE4A9A5-54AA-446F-9F2C-7233A49BDB0E}" srcOrd="1" destOrd="0" presId="urn:microsoft.com/office/officeart/2018/2/layout/IconVerticalSolidList"/>
    <dgm:cxn modelId="{3A7E28CD-9589-4AA2-A40D-B5293F07B54D}" type="presParOf" srcId="{DE6B6203-C82F-45A5-B52A-4F4F5A2A513E}" destId="{C3FD668B-C3CC-41A0-8EA0-A9EAD810826C}" srcOrd="2" destOrd="0" presId="urn:microsoft.com/office/officeart/2018/2/layout/IconVerticalSolidList"/>
    <dgm:cxn modelId="{3EE15F26-7352-4A40-B5F7-35DB7D7B2914}" type="presParOf" srcId="{DE6B6203-C82F-45A5-B52A-4F4F5A2A513E}" destId="{47AE2489-717A-47F1-8F3D-CC0FDCA54B8D}" srcOrd="3" destOrd="0" presId="urn:microsoft.com/office/officeart/2018/2/layout/IconVerticalSolidList"/>
    <dgm:cxn modelId="{C99C118C-37DC-484A-B8ED-17CD843EB27D}" type="presParOf" srcId="{3C7BC620-A0B3-4B61-9200-843093D814C9}" destId="{1F9DC240-CB28-44C3-B4EC-729DB13E13C5}" srcOrd="3" destOrd="0" presId="urn:microsoft.com/office/officeart/2018/2/layout/IconVerticalSolidList"/>
    <dgm:cxn modelId="{0810FD6B-E54A-419D-B3FD-F7D2441438A8}" type="presParOf" srcId="{3C7BC620-A0B3-4B61-9200-843093D814C9}" destId="{64C344D5-BCAA-4CF8-BF96-A24DE3318839}" srcOrd="4" destOrd="0" presId="urn:microsoft.com/office/officeart/2018/2/layout/IconVerticalSolidList"/>
    <dgm:cxn modelId="{2E2B17B9-183B-463A-BE25-CE042678A4E5}" type="presParOf" srcId="{64C344D5-BCAA-4CF8-BF96-A24DE3318839}" destId="{A513606E-62B2-4BA6-939F-249C93F2C76D}" srcOrd="0" destOrd="0" presId="urn:microsoft.com/office/officeart/2018/2/layout/IconVerticalSolidList"/>
    <dgm:cxn modelId="{DF73DE93-9EE4-4A49-B566-F63FF1165833}" type="presParOf" srcId="{64C344D5-BCAA-4CF8-BF96-A24DE3318839}" destId="{70E03D06-DE7F-48DD-8FFA-A4ECC4A0B3F6}" srcOrd="1" destOrd="0" presId="urn:microsoft.com/office/officeart/2018/2/layout/IconVerticalSolidList"/>
    <dgm:cxn modelId="{24EB2549-9478-415E-9AA9-0C26BA0E62DC}" type="presParOf" srcId="{64C344D5-BCAA-4CF8-BF96-A24DE3318839}" destId="{4F6A40EF-15AB-42BB-AD8A-311F6E2F32CB}" srcOrd="2" destOrd="0" presId="urn:microsoft.com/office/officeart/2018/2/layout/IconVerticalSolidList"/>
    <dgm:cxn modelId="{AF44D27F-D1F7-4E40-9DFE-EF97E85C280B}" type="presParOf" srcId="{64C344D5-BCAA-4CF8-BF96-A24DE3318839}" destId="{348F8074-B577-4A2B-899D-86E8287EEEB8}" srcOrd="3" destOrd="0" presId="urn:microsoft.com/office/officeart/2018/2/layout/IconVerticalSolidList"/>
    <dgm:cxn modelId="{8F8497CF-393F-48B2-8429-61A11911C378}" type="presParOf" srcId="{3C7BC620-A0B3-4B61-9200-843093D814C9}" destId="{0ED7834D-45C3-454F-BD94-FCA7A593181E}" srcOrd="5" destOrd="0" presId="urn:microsoft.com/office/officeart/2018/2/layout/IconVerticalSolidList"/>
    <dgm:cxn modelId="{B14D356E-625D-482A-B7EA-07739BEFF5E6}" type="presParOf" srcId="{3C7BC620-A0B3-4B61-9200-843093D814C9}" destId="{38EB40AD-69E8-4875-A89D-832FBACAB052}" srcOrd="6" destOrd="0" presId="urn:microsoft.com/office/officeart/2018/2/layout/IconVerticalSolidList"/>
    <dgm:cxn modelId="{E514218E-F987-4171-B4ED-90D5E3425595}" type="presParOf" srcId="{38EB40AD-69E8-4875-A89D-832FBACAB052}" destId="{2A6CA13D-888A-4D42-836F-6812F499C9E8}" srcOrd="0" destOrd="0" presId="urn:microsoft.com/office/officeart/2018/2/layout/IconVerticalSolidList"/>
    <dgm:cxn modelId="{2DC745A2-B87B-4BB9-9DE4-98A07A6E3CCA}" type="presParOf" srcId="{38EB40AD-69E8-4875-A89D-832FBACAB052}" destId="{D3643AE2-9500-4849-83D7-6C1FC60A42AA}" srcOrd="1" destOrd="0" presId="urn:microsoft.com/office/officeart/2018/2/layout/IconVerticalSolidList"/>
    <dgm:cxn modelId="{F6C59EA9-F222-4E38-A6A2-10FA0F865B76}" type="presParOf" srcId="{38EB40AD-69E8-4875-A89D-832FBACAB052}" destId="{1F37F715-549F-4D1B-9FC4-2A2B015E0989}" srcOrd="2" destOrd="0" presId="urn:microsoft.com/office/officeart/2018/2/layout/IconVerticalSolidList"/>
    <dgm:cxn modelId="{CA6C19DA-4312-4BAF-8774-46A5D1AAAB36}" type="presParOf" srcId="{38EB40AD-69E8-4875-A89D-832FBACAB052}" destId="{976E63A8-B393-4801-A857-D8E258B0595D}" srcOrd="3" destOrd="0" presId="urn:microsoft.com/office/officeart/2018/2/layout/IconVerticalSolidList"/>
    <dgm:cxn modelId="{2C9ED167-BFDC-445C-A753-B861C76661C9}" type="presParOf" srcId="{3C7BC620-A0B3-4B61-9200-843093D814C9}" destId="{E785B4F1-589A-4BB6-A8D5-E1296A29F875}" srcOrd="7" destOrd="0" presId="urn:microsoft.com/office/officeart/2018/2/layout/IconVerticalSolidList"/>
    <dgm:cxn modelId="{636D36FB-5657-407D-B1FF-83DE33AE818E}" type="presParOf" srcId="{3C7BC620-A0B3-4B61-9200-843093D814C9}" destId="{6BD6496C-F1E5-42DA-A2FB-DD9B634A985B}" srcOrd="8" destOrd="0" presId="urn:microsoft.com/office/officeart/2018/2/layout/IconVerticalSolidList"/>
    <dgm:cxn modelId="{C9C11743-1194-4613-9635-5E6B118E9E81}" type="presParOf" srcId="{6BD6496C-F1E5-42DA-A2FB-DD9B634A985B}" destId="{58112021-08A6-4E5E-90EC-62FD4CC0AD68}" srcOrd="0" destOrd="0" presId="urn:microsoft.com/office/officeart/2018/2/layout/IconVerticalSolidList"/>
    <dgm:cxn modelId="{D4F22702-C35F-4BE9-8170-7F02D4BBFBB5}" type="presParOf" srcId="{6BD6496C-F1E5-42DA-A2FB-DD9B634A985B}" destId="{DEE6EF2D-6264-4751-994A-7FE4D359A6CD}" srcOrd="1" destOrd="0" presId="urn:microsoft.com/office/officeart/2018/2/layout/IconVerticalSolidList"/>
    <dgm:cxn modelId="{F1C2D191-3578-4B36-B588-A0D6EA39474E}" type="presParOf" srcId="{6BD6496C-F1E5-42DA-A2FB-DD9B634A985B}" destId="{6B386769-1B3E-478A-B233-DD44017814D7}" srcOrd="2" destOrd="0" presId="urn:microsoft.com/office/officeart/2018/2/layout/IconVerticalSolidList"/>
    <dgm:cxn modelId="{60E6304D-A809-4119-BE4B-2347AA13AAC3}" type="presParOf" srcId="{6BD6496C-F1E5-42DA-A2FB-DD9B634A985B}" destId="{55CFC365-FBE1-44BA-B315-947CD7ABBB6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AD3A61-A231-4C5B-9FF5-91F581938796}" type="doc">
      <dgm:prSet loTypeId="urn:microsoft.com/office/officeart/2005/8/layout/vProcess5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62AE7E03-D491-4145-96DB-B929EAD8FB95}">
      <dgm:prSet/>
      <dgm:spPr/>
      <dgm:t>
        <a:bodyPr/>
        <a:lstStyle/>
        <a:p>
          <a:r>
            <a:rPr lang="en-US" b="1" i="0" baseline="0"/>
            <a:t>Overhead performa</a:t>
          </a:r>
          <a:r>
            <a:rPr lang="en-US" b="0" i="0" baseline="0"/>
            <a:t>: mencatat detail lengkap bisa menambah latency, terutama di aplikasi dengan transaksi besar. </a:t>
          </a:r>
          <a:endParaRPr lang="en-US"/>
        </a:p>
      </dgm:t>
    </dgm:pt>
    <dgm:pt modelId="{D873E6F0-5DF7-4BC7-8139-EB18A4743C75}" type="parTrans" cxnId="{82456194-3BE1-4F04-B7C1-362432530A03}">
      <dgm:prSet/>
      <dgm:spPr/>
      <dgm:t>
        <a:bodyPr/>
        <a:lstStyle/>
        <a:p>
          <a:endParaRPr lang="en-US"/>
        </a:p>
      </dgm:t>
    </dgm:pt>
    <dgm:pt modelId="{89B3521D-0D11-4AB3-B4BB-4FA322909C2E}" type="sibTrans" cxnId="{82456194-3BE1-4F04-B7C1-362432530A03}">
      <dgm:prSet/>
      <dgm:spPr/>
      <dgm:t>
        <a:bodyPr/>
        <a:lstStyle/>
        <a:p>
          <a:endParaRPr lang="en-US"/>
        </a:p>
      </dgm:t>
    </dgm:pt>
    <dgm:pt modelId="{80D3D755-44D3-41D6-B50A-F2F729A1E89A}">
      <dgm:prSet/>
      <dgm:spPr/>
      <dgm:t>
        <a:bodyPr/>
        <a:lstStyle/>
        <a:p>
          <a:r>
            <a:rPr lang="en-US" b="1" i="0" baseline="0"/>
            <a:t>Log terlalu verbose</a:t>
          </a:r>
          <a:r>
            <a:rPr lang="en-US" b="0" i="0" baseline="0"/>
            <a:t>: jika tidak difilter, audit log bisa membengkak dan sulit dibaca. </a:t>
          </a:r>
          <a:endParaRPr lang="en-US"/>
        </a:p>
      </dgm:t>
    </dgm:pt>
    <dgm:pt modelId="{DE3BC618-2D9F-485D-9100-C8150FB14D31}" type="parTrans" cxnId="{7BB6F857-B1A7-45C3-B0CD-86D5E08EAD40}">
      <dgm:prSet/>
      <dgm:spPr/>
      <dgm:t>
        <a:bodyPr/>
        <a:lstStyle/>
        <a:p>
          <a:endParaRPr lang="en-US"/>
        </a:p>
      </dgm:t>
    </dgm:pt>
    <dgm:pt modelId="{AD9AF0CD-EAB0-4302-8F5C-5FFB45ECFE91}" type="sibTrans" cxnId="{7BB6F857-B1A7-45C3-B0CD-86D5E08EAD40}">
      <dgm:prSet/>
      <dgm:spPr/>
      <dgm:t>
        <a:bodyPr/>
        <a:lstStyle/>
        <a:p>
          <a:endParaRPr lang="en-US"/>
        </a:p>
      </dgm:t>
    </dgm:pt>
    <dgm:pt modelId="{A210377B-4E31-40BF-B406-EF945B1D474F}">
      <dgm:prSet/>
      <dgm:spPr/>
      <dgm:t>
        <a:bodyPr/>
        <a:lstStyle/>
        <a:p>
          <a:r>
            <a:rPr lang="en-US" b="1" i="0" baseline="0"/>
            <a:t>Butuh konfigurasi ekstra</a:t>
          </a:r>
          <a:r>
            <a:rPr lang="en-US" b="0" i="0" baseline="0"/>
            <a:t>: untuk compliance (SOX, HIPAA, dll) tetap perlu aturan tambahan, Audit.NET tidak otomatis memenuhi standar. </a:t>
          </a:r>
          <a:endParaRPr lang="en-US"/>
        </a:p>
      </dgm:t>
    </dgm:pt>
    <dgm:pt modelId="{D147B7E4-A0D2-4BEB-A558-B0BA496A0860}" type="parTrans" cxnId="{85580DA8-0D93-403F-9E81-45F5117106A4}">
      <dgm:prSet/>
      <dgm:spPr/>
      <dgm:t>
        <a:bodyPr/>
        <a:lstStyle/>
        <a:p>
          <a:endParaRPr lang="en-US"/>
        </a:p>
      </dgm:t>
    </dgm:pt>
    <dgm:pt modelId="{E91773FB-4E41-4488-8AD9-B53C21F92631}" type="sibTrans" cxnId="{85580DA8-0D93-403F-9E81-45F5117106A4}">
      <dgm:prSet/>
      <dgm:spPr/>
      <dgm:t>
        <a:bodyPr/>
        <a:lstStyle/>
        <a:p>
          <a:endParaRPr lang="en-US"/>
        </a:p>
      </dgm:t>
    </dgm:pt>
    <dgm:pt modelId="{C3D682E2-AB5A-4FB6-B5FB-E647C5AE02A8}">
      <dgm:prSet/>
      <dgm:spPr/>
      <dgm:t>
        <a:bodyPr/>
        <a:lstStyle/>
        <a:p>
          <a:r>
            <a:rPr lang="en-US" b="1" i="0" baseline="0"/>
            <a:t>Learning curve</a:t>
          </a:r>
          <a:r>
            <a:rPr lang="en-US" b="0" i="0" baseline="0"/>
            <a:t>: konsep seperti AuditScope, Entity vs ColumnValues, dan provider bisa membingungkan pemula. </a:t>
          </a:r>
          <a:endParaRPr lang="en-US"/>
        </a:p>
      </dgm:t>
    </dgm:pt>
    <dgm:pt modelId="{17404F45-F7E6-427B-B44D-A1B9D684E2CB}" type="parTrans" cxnId="{46BC86F1-BBC8-42F9-B69D-8E07355880A6}">
      <dgm:prSet/>
      <dgm:spPr/>
      <dgm:t>
        <a:bodyPr/>
        <a:lstStyle/>
        <a:p>
          <a:endParaRPr lang="en-US"/>
        </a:p>
      </dgm:t>
    </dgm:pt>
    <dgm:pt modelId="{F9692C2C-14D1-495F-A073-EC0D753F9BB1}" type="sibTrans" cxnId="{46BC86F1-BBC8-42F9-B69D-8E07355880A6}">
      <dgm:prSet/>
      <dgm:spPr/>
      <dgm:t>
        <a:bodyPr/>
        <a:lstStyle/>
        <a:p>
          <a:endParaRPr lang="en-US"/>
        </a:p>
      </dgm:t>
    </dgm:pt>
    <dgm:pt modelId="{963D8038-528A-492D-A5D7-26BF62A7F007}">
      <dgm:prSet/>
      <dgm:spPr/>
      <dgm:t>
        <a:bodyPr/>
        <a:lstStyle/>
        <a:p>
          <a:r>
            <a:rPr lang="en-US" b="1" i="0" baseline="0"/>
            <a:t>Dependency eksternal</a:t>
          </a:r>
          <a:r>
            <a:rPr lang="en-US" b="0" i="0" baseline="0"/>
            <a:t>: bukan bagian bawaan EF Core, jadi ada risiko versi library harus sinkron dengan EF Core terbaru. </a:t>
          </a:r>
          <a:endParaRPr lang="en-US"/>
        </a:p>
      </dgm:t>
    </dgm:pt>
    <dgm:pt modelId="{17D0264F-47F0-40A5-B69E-FB4513876016}" type="parTrans" cxnId="{98C1A160-00C5-4EB4-A73C-CF6EF9E8951D}">
      <dgm:prSet/>
      <dgm:spPr/>
      <dgm:t>
        <a:bodyPr/>
        <a:lstStyle/>
        <a:p>
          <a:endParaRPr lang="en-US"/>
        </a:p>
      </dgm:t>
    </dgm:pt>
    <dgm:pt modelId="{6E9E11BF-7A95-4E8B-9F90-753061434DFF}" type="sibTrans" cxnId="{98C1A160-00C5-4EB4-A73C-CF6EF9E8951D}">
      <dgm:prSet/>
      <dgm:spPr/>
      <dgm:t>
        <a:bodyPr/>
        <a:lstStyle/>
        <a:p>
          <a:endParaRPr lang="en-US"/>
        </a:p>
      </dgm:t>
    </dgm:pt>
    <dgm:pt modelId="{D8D68D7A-B668-4FB3-B0A4-B12AD5585518}" type="pres">
      <dgm:prSet presAssocID="{B5AD3A61-A231-4C5B-9FF5-91F581938796}" presName="outerComposite" presStyleCnt="0">
        <dgm:presLayoutVars>
          <dgm:chMax val="5"/>
          <dgm:dir/>
          <dgm:resizeHandles val="exact"/>
        </dgm:presLayoutVars>
      </dgm:prSet>
      <dgm:spPr/>
    </dgm:pt>
    <dgm:pt modelId="{69304F79-14C7-49B8-BDD9-99D9504BF7AD}" type="pres">
      <dgm:prSet presAssocID="{B5AD3A61-A231-4C5B-9FF5-91F581938796}" presName="dummyMaxCanvas" presStyleCnt="0">
        <dgm:presLayoutVars/>
      </dgm:prSet>
      <dgm:spPr/>
    </dgm:pt>
    <dgm:pt modelId="{8980644B-E4BF-42FF-B741-DC1FA7A35421}" type="pres">
      <dgm:prSet presAssocID="{B5AD3A61-A231-4C5B-9FF5-91F581938796}" presName="FiveNodes_1" presStyleLbl="node1" presStyleIdx="0" presStyleCnt="5">
        <dgm:presLayoutVars>
          <dgm:bulletEnabled val="1"/>
        </dgm:presLayoutVars>
      </dgm:prSet>
      <dgm:spPr/>
    </dgm:pt>
    <dgm:pt modelId="{FF8044B7-D70C-453C-8B33-E992041BEBE2}" type="pres">
      <dgm:prSet presAssocID="{B5AD3A61-A231-4C5B-9FF5-91F581938796}" presName="FiveNodes_2" presStyleLbl="node1" presStyleIdx="1" presStyleCnt="5">
        <dgm:presLayoutVars>
          <dgm:bulletEnabled val="1"/>
        </dgm:presLayoutVars>
      </dgm:prSet>
      <dgm:spPr/>
    </dgm:pt>
    <dgm:pt modelId="{DD46457F-869B-4CF9-AA59-B702F634619C}" type="pres">
      <dgm:prSet presAssocID="{B5AD3A61-A231-4C5B-9FF5-91F581938796}" presName="FiveNodes_3" presStyleLbl="node1" presStyleIdx="2" presStyleCnt="5">
        <dgm:presLayoutVars>
          <dgm:bulletEnabled val="1"/>
        </dgm:presLayoutVars>
      </dgm:prSet>
      <dgm:spPr/>
    </dgm:pt>
    <dgm:pt modelId="{2F459BFA-806F-46FF-9810-00CB480AE338}" type="pres">
      <dgm:prSet presAssocID="{B5AD3A61-A231-4C5B-9FF5-91F581938796}" presName="FiveNodes_4" presStyleLbl="node1" presStyleIdx="3" presStyleCnt="5">
        <dgm:presLayoutVars>
          <dgm:bulletEnabled val="1"/>
        </dgm:presLayoutVars>
      </dgm:prSet>
      <dgm:spPr/>
    </dgm:pt>
    <dgm:pt modelId="{FBC5CF42-2619-4C7F-A7C5-EDC9A07E73AB}" type="pres">
      <dgm:prSet presAssocID="{B5AD3A61-A231-4C5B-9FF5-91F581938796}" presName="FiveNodes_5" presStyleLbl="node1" presStyleIdx="4" presStyleCnt="5">
        <dgm:presLayoutVars>
          <dgm:bulletEnabled val="1"/>
        </dgm:presLayoutVars>
      </dgm:prSet>
      <dgm:spPr/>
    </dgm:pt>
    <dgm:pt modelId="{4368FA01-14D3-4DDB-85F2-5C0792386535}" type="pres">
      <dgm:prSet presAssocID="{B5AD3A61-A231-4C5B-9FF5-91F581938796}" presName="FiveConn_1-2" presStyleLbl="fgAccFollowNode1" presStyleIdx="0" presStyleCnt="4">
        <dgm:presLayoutVars>
          <dgm:bulletEnabled val="1"/>
        </dgm:presLayoutVars>
      </dgm:prSet>
      <dgm:spPr/>
    </dgm:pt>
    <dgm:pt modelId="{6B95520D-30A9-4C52-B7D6-4B74B885BA96}" type="pres">
      <dgm:prSet presAssocID="{B5AD3A61-A231-4C5B-9FF5-91F581938796}" presName="FiveConn_2-3" presStyleLbl="fgAccFollowNode1" presStyleIdx="1" presStyleCnt="4">
        <dgm:presLayoutVars>
          <dgm:bulletEnabled val="1"/>
        </dgm:presLayoutVars>
      </dgm:prSet>
      <dgm:spPr/>
    </dgm:pt>
    <dgm:pt modelId="{6A3973BC-6594-45D7-90F2-700921F63C95}" type="pres">
      <dgm:prSet presAssocID="{B5AD3A61-A231-4C5B-9FF5-91F581938796}" presName="FiveConn_3-4" presStyleLbl="fgAccFollowNode1" presStyleIdx="2" presStyleCnt="4">
        <dgm:presLayoutVars>
          <dgm:bulletEnabled val="1"/>
        </dgm:presLayoutVars>
      </dgm:prSet>
      <dgm:spPr/>
    </dgm:pt>
    <dgm:pt modelId="{B9C35FB2-61B5-4EA9-9AD4-C10297C90838}" type="pres">
      <dgm:prSet presAssocID="{B5AD3A61-A231-4C5B-9FF5-91F581938796}" presName="FiveConn_4-5" presStyleLbl="fgAccFollowNode1" presStyleIdx="3" presStyleCnt="4">
        <dgm:presLayoutVars>
          <dgm:bulletEnabled val="1"/>
        </dgm:presLayoutVars>
      </dgm:prSet>
      <dgm:spPr/>
    </dgm:pt>
    <dgm:pt modelId="{4E6307F7-090B-476C-A0AC-74C2CA3A479E}" type="pres">
      <dgm:prSet presAssocID="{B5AD3A61-A231-4C5B-9FF5-91F581938796}" presName="FiveNodes_1_text" presStyleLbl="node1" presStyleIdx="4" presStyleCnt="5">
        <dgm:presLayoutVars>
          <dgm:bulletEnabled val="1"/>
        </dgm:presLayoutVars>
      </dgm:prSet>
      <dgm:spPr/>
    </dgm:pt>
    <dgm:pt modelId="{7291A589-15A9-41D4-872F-765D5A908744}" type="pres">
      <dgm:prSet presAssocID="{B5AD3A61-A231-4C5B-9FF5-91F581938796}" presName="FiveNodes_2_text" presStyleLbl="node1" presStyleIdx="4" presStyleCnt="5">
        <dgm:presLayoutVars>
          <dgm:bulletEnabled val="1"/>
        </dgm:presLayoutVars>
      </dgm:prSet>
      <dgm:spPr/>
    </dgm:pt>
    <dgm:pt modelId="{3A8949B4-9415-4B2C-B0EA-6E17845B64E4}" type="pres">
      <dgm:prSet presAssocID="{B5AD3A61-A231-4C5B-9FF5-91F581938796}" presName="FiveNodes_3_text" presStyleLbl="node1" presStyleIdx="4" presStyleCnt="5">
        <dgm:presLayoutVars>
          <dgm:bulletEnabled val="1"/>
        </dgm:presLayoutVars>
      </dgm:prSet>
      <dgm:spPr/>
    </dgm:pt>
    <dgm:pt modelId="{1F464CF1-B6DA-41EB-9985-42B5C9B9858A}" type="pres">
      <dgm:prSet presAssocID="{B5AD3A61-A231-4C5B-9FF5-91F581938796}" presName="FiveNodes_4_text" presStyleLbl="node1" presStyleIdx="4" presStyleCnt="5">
        <dgm:presLayoutVars>
          <dgm:bulletEnabled val="1"/>
        </dgm:presLayoutVars>
      </dgm:prSet>
      <dgm:spPr/>
    </dgm:pt>
    <dgm:pt modelId="{8AB434EA-1C58-4929-A8AD-865387BB7AA4}" type="pres">
      <dgm:prSet presAssocID="{B5AD3A61-A231-4C5B-9FF5-91F58193879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6B6170A-E421-46B8-8C22-09D0FCA02AEB}" type="presOf" srcId="{C3D682E2-AB5A-4FB6-B5FB-E647C5AE02A8}" destId="{1F464CF1-B6DA-41EB-9985-42B5C9B9858A}" srcOrd="1" destOrd="0" presId="urn:microsoft.com/office/officeart/2005/8/layout/vProcess5"/>
    <dgm:cxn modelId="{90E6DC23-4C17-4A68-B8A6-BF45A7BD869B}" type="presOf" srcId="{89B3521D-0D11-4AB3-B4BB-4FA322909C2E}" destId="{4368FA01-14D3-4DDB-85F2-5C0792386535}" srcOrd="0" destOrd="0" presId="urn:microsoft.com/office/officeart/2005/8/layout/vProcess5"/>
    <dgm:cxn modelId="{3DFE6238-D741-457D-8367-65DBA67F779F}" type="presOf" srcId="{963D8038-528A-492D-A5D7-26BF62A7F007}" destId="{8AB434EA-1C58-4929-A8AD-865387BB7AA4}" srcOrd="1" destOrd="0" presId="urn:microsoft.com/office/officeart/2005/8/layout/vProcess5"/>
    <dgm:cxn modelId="{D0837A3F-09D1-4FDD-BEBD-DC636BA4922A}" type="presOf" srcId="{A210377B-4E31-40BF-B406-EF945B1D474F}" destId="{DD46457F-869B-4CF9-AA59-B702F634619C}" srcOrd="0" destOrd="0" presId="urn:microsoft.com/office/officeart/2005/8/layout/vProcess5"/>
    <dgm:cxn modelId="{377B9360-5266-49BD-AA98-6BC28CBF4A2F}" type="presOf" srcId="{62AE7E03-D491-4145-96DB-B929EAD8FB95}" destId="{4E6307F7-090B-476C-A0AC-74C2CA3A479E}" srcOrd="1" destOrd="0" presId="urn:microsoft.com/office/officeart/2005/8/layout/vProcess5"/>
    <dgm:cxn modelId="{98C1A160-00C5-4EB4-A73C-CF6EF9E8951D}" srcId="{B5AD3A61-A231-4C5B-9FF5-91F581938796}" destId="{963D8038-528A-492D-A5D7-26BF62A7F007}" srcOrd="4" destOrd="0" parTransId="{17D0264F-47F0-40A5-B69E-FB4513876016}" sibTransId="{6E9E11BF-7A95-4E8B-9F90-753061434DFF}"/>
    <dgm:cxn modelId="{6671F94D-D906-41CF-9459-E303D31773CB}" type="presOf" srcId="{E91773FB-4E41-4488-8AD9-B53C21F92631}" destId="{6A3973BC-6594-45D7-90F2-700921F63C95}" srcOrd="0" destOrd="0" presId="urn:microsoft.com/office/officeart/2005/8/layout/vProcess5"/>
    <dgm:cxn modelId="{E820466E-6084-479D-8AA9-79CE3BFAD538}" type="presOf" srcId="{C3D682E2-AB5A-4FB6-B5FB-E647C5AE02A8}" destId="{2F459BFA-806F-46FF-9810-00CB480AE338}" srcOrd="0" destOrd="0" presId="urn:microsoft.com/office/officeart/2005/8/layout/vProcess5"/>
    <dgm:cxn modelId="{F57D8873-10D6-4046-BDF8-2AD85E944FC8}" type="presOf" srcId="{AD9AF0CD-EAB0-4302-8F5C-5FFB45ECFE91}" destId="{6B95520D-30A9-4C52-B7D6-4B74B885BA96}" srcOrd="0" destOrd="0" presId="urn:microsoft.com/office/officeart/2005/8/layout/vProcess5"/>
    <dgm:cxn modelId="{A4147F56-BE2F-4811-A9F4-F879E1A055A6}" type="presOf" srcId="{F9692C2C-14D1-495F-A073-EC0D753F9BB1}" destId="{B9C35FB2-61B5-4EA9-9AD4-C10297C90838}" srcOrd="0" destOrd="0" presId="urn:microsoft.com/office/officeart/2005/8/layout/vProcess5"/>
    <dgm:cxn modelId="{7BB6F857-B1A7-45C3-B0CD-86D5E08EAD40}" srcId="{B5AD3A61-A231-4C5B-9FF5-91F581938796}" destId="{80D3D755-44D3-41D6-B50A-F2F729A1E89A}" srcOrd="1" destOrd="0" parTransId="{DE3BC618-2D9F-485D-9100-C8150FB14D31}" sibTransId="{AD9AF0CD-EAB0-4302-8F5C-5FFB45ECFE91}"/>
    <dgm:cxn modelId="{F77AFA82-BE2B-402A-AA2A-C41F3A40A940}" type="presOf" srcId="{963D8038-528A-492D-A5D7-26BF62A7F007}" destId="{FBC5CF42-2619-4C7F-A7C5-EDC9A07E73AB}" srcOrd="0" destOrd="0" presId="urn:microsoft.com/office/officeart/2005/8/layout/vProcess5"/>
    <dgm:cxn modelId="{82456194-3BE1-4F04-B7C1-362432530A03}" srcId="{B5AD3A61-A231-4C5B-9FF5-91F581938796}" destId="{62AE7E03-D491-4145-96DB-B929EAD8FB95}" srcOrd="0" destOrd="0" parTransId="{D873E6F0-5DF7-4BC7-8139-EB18A4743C75}" sibTransId="{89B3521D-0D11-4AB3-B4BB-4FA322909C2E}"/>
    <dgm:cxn modelId="{A5412F9E-561B-486A-9297-4A0D2BF022C9}" type="presOf" srcId="{80D3D755-44D3-41D6-B50A-F2F729A1E89A}" destId="{FF8044B7-D70C-453C-8B33-E992041BEBE2}" srcOrd="0" destOrd="0" presId="urn:microsoft.com/office/officeart/2005/8/layout/vProcess5"/>
    <dgm:cxn modelId="{85580DA8-0D93-403F-9E81-45F5117106A4}" srcId="{B5AD3A61-A231-4C5B-9FF5-91F581938796}" destId="{A210377B-4E31-40BF-B406-EF945B1D474F}" srcOrd="2" destOrd="0" parTransId="{D147B7E4-A0D2-4BEB-A558-B0BA496A0860}" sibTransId="{E91773FB-4E41-4488-8AD9-B53C21F92631}"/>
    <dgm:cxn modelId="{BCDECCBF-A979-42AE-96EE-F4D4D7A469B4}" type="presOf" srcId="{A210377B-4E31-40BF-B406-EF945B1D474F}" destId="{3A8949B4-9415-4B2C-B0EA-6E17845B64E4}" srcOrd="1" destOrd="0" presId="urn:microsoft.com/office/officeart/2005/8/layout/vProcess5"/>
    <dgm:cxn modelId="{F232E5E1-E926-4DB0-8238-7308D1242C34}" type="presOf" srcId="{80D3D755-44D3-41D6-B50A-F2F729A1E89A}" destId="{7291A589-15A9-41D4-872F-765D5A908744}" srcOrd="1" destOrd="0" presId="urn:microsoft.com/office/officeart/2005/8/layout/vProcess5"/>
    <dgm:cxn modelId="{8F5B92EA-1B0B-4596-A9CE-D47B76CD215F}" type="presOf" srcId="{62AE7E03-D491-4145-96DB-B929EAD8FB95}" destId="{8980644B-E4BF-42FF-B741-DC1FA7A35421}" srcOrd="0" destOrd="0" presId="urn:microsoft.com/office/officeart/2005/8/layout/vProcess5"/>
    <dgm:cxn modelId="{46BC86F1-BBC8-42F9-B69D-8E07355880A6}" srcId="{B5AD3A61-A231-4C5B-9FF5-91F581938796}" destId="{C3D682E2-AB5A-4FB6-B5FB-E647C5AE02A8}" srcOrd="3" destOrd="0" parTransId="{17404F45-F7E6-427B-B44D-A1B9D684E2CB}" sibTransId="{F9692C2C-14D1-495F-A073-EC0D753F9BB1}"/>
    <dgm:cxn modelId="{596F2FFA-27D7-46BE-AED9-07FFD9D75EAA}" type="presOf" srcId="{B5AD3A61-A231-4C5B-9FF5-91F581938796}" destId="{D8D68D7A-B668-4FB3-B0A4-B12AD5585518}" srcOrd="0" destOrd="0" presId="urn:microsoft.com/office/officeart/2005/8/layout/vProcess5"/>
    <dgm:cxn modelId="{1F8DA386-B5C0-4F6E-8769-BF5C96925917}" type="presParOf" srcId="{D8D68D7A-B668-4FB3-B0A4-B12AD5585518}" destId="{69304F79-14C7-49B8-BDD9-99D9504BF7AD}" srcOrd="0" destOrd="0" presId="urn:microsoft.com/office/officeart/2005/8/layout/vProcess5"/>
    <dgm:cxn modelId="{BF557A64-4A5A-461D-972F-984E02FCC033}" type="presParOf" srcId="{D8D68D7A-B668-4FB3-B0A4-B12AD5585518}" destId="{8980644B-E4BF-42FF-B741-DC1FA7A35421}" srcOrd="1" destOrd="0" presId="urn:microsoft.com/office/officeart/2005/8/layout/vProcess5"/>
    <dgm:cxn modelId="{9730B43C-1DC2-4F0C-88AB-771D9E91202B}" type="presParOf" srcId="{D8D68D7A-B668-4FB3-B0A4-B12AD5585518}" destId="{FF8044B7-D70C-453C-8B33-E992041BEBE2}" srcOrd="2" destOrd="0" presId="urn:microsoft.com/office/officeart/2005/8/layout/vProcess5"/>
    <dgm:cxn modelId="{91A54B1D-C731-4C98-9FE7-88D6FD99D237}" type="presParOf" srcId="{D8D68D7A-B668-4FB3-B0A4-B12AD5585518}" destId="{DD46457F-869B-4CF9-AA59-B702F634619C}" srcOrd="3" destOrd="0" presId="urn:microsoft.com/office/officeart/2005/8/layout/vProcess5"/>
    <dgm:cxn modelId="{5BCBA413-B60F-496C-9991-038A8C468AD2}" type="presParOf" srcId="{D8D68D7A-B668-4FB3-B0A4-B12AD5585518}" destId="{2F459BFA-806F-46FF-9810-00CB480AE338}" srcOrd="4" destOrd="0" presId="urn:microsoft.com/office/officeart/2005/8/layout/vProcess5"/>
    <dgm:cxn modelId="{0508AA55-B52B-4626-84B9-DC94B71401D7}" type="presParOf" srcId="{D8D68D7A-B668-4FB3-B0A4-B12AD5585518}" destId="{FBC5CF42-2619-4C7F-A7C5-EDC9A07E73AB}" srcOrd="5" destOrd="0" presId="urn:microsoft.com/office/officeart/2005/8/layout/vProcess5"/>
    <dgm:cxn modelId="{B9E6EDD7-452D-4289-80E9-EFD0D140A659}" type="presParOf" srcId="{D8D68D7A-B668-4FB3-B0A4-B12AD5585518}" destId="{4368FA01-14D3-4DDB-85F2-5C0792386535}" srcOrd="6" destOrd="0" presId="urn:microsoft.com/office/officeart/2005/8/layout/vProcess5"/>
    <dgm:cxn modelId="{1056C1B3-85F8-4AD1-B0E0-601F109BEBD0}" type="presParOf" srcId="{D8D68D7A-B668-4FB3-B0A4-B12AD5585518}" destId="{6B95520D-30A9-4C52-B7D6-4B74B885BA96}" srcOrd="7" destOrd="0" presId="urn:microsoft.com/office/officeart/2005/8/layout/vProcess5"/>
    <dgm:cxn modelId="{B08D2579-A16A-4506-902E-657AFA39F176}" type="presParOf" srcId="{D8D68D7A-B668-4FB3-B0A4-B12AD5585518}" destId="{6A3973BC-6594-45D7-90F2-700921F63C95}" srcOrd="8" destOrd="0" presId="urn:microsoft.com/office/officeart/2005/8/layout/vProcess5"/>
    <dgm:cxn modelId="{D95ABDD6-24D1-41AD-BE53-963C3807436B}" type="presParOf" srcId="{D8D68D7A-B668-4FB3-B0A4-B12AD5585518}" destId="{B9C35FB2-61B5-4EA9-9AD4-C10297C90838}" srcOrd="9" destOrd="0" presId="urn:microsoft.com/office/officeart/2005/8/layout/vProcess5"/>
    <dgm:cxn modelId="{E035E826-D84C-4D58-8275-EED2900A8DFE}" type="presParOf" srcId="{D8D68D7A-B668-4FB3-B0A4-B12AD5585518}" destId="{4E6307F7-090B-476C-A0AC-74C2CA3A479E}" srcOrd="10" destOrd="0" presId="urn:microsoft.com/office/officeart/2005/8/layout/vProcess5"/>
    <dgm:cxn modelId="{3B2627C8-D487-4559-98CE-EDE0B11B659B}" type="presParOf" srcId="{D8D68D7A-B668-4FB3-B0A4-B12AD5585518}" destId="{7291A589-15A9-41D4-872F-765D5A908744}" srcOrd="11" destOrd="0" presId="urn:microsoft.com/office/officeart/2005/8/layout/vProcess5"/>
    <dgm:cxn modelId="{888D46DA-85C2-4416-B30A-C03C39F94353}" type="presParOf" srcId="{D8D68D7A-B668-4FB3-B0A4-B12AD5585518}" destId="{3A8949B4-9415-4B2C-B0EA-6E17845B64E4}" srcOrd="12" destOrd="0" presId="urn:microsoft.com/office/officeart/2005/8/layout/vProcess5"/>
    <dgm:cxn modelId="{8184ACE9-F632-43F9-BE1E-95474FEED93B}" type="presParOf" srcId="{D8D68D7A-B668-4FB3-B0A4-B12AD5585518}" destId="{1F464CF1-B6DA-41EB-9985-42B5C9B9858A}" srcOrd="13" destOrd="0" presId="urn:microsoft.com/office/officeart/2005/8/layout/vProcess5"/>
    <dgm:cxn modelId="{B60A2A6B-8221-4266-8248-0C683AA66C53}" type="presParOf" srcId="{D8D68D7A-B668-4FB3-B0A4-B12AD5585518}" destId="{8AB434EA-1C58-4929-A8AD-865387BB7AA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4C4A0B-8AD2-45A8-8A35-CCF1DA18052B}" type="doc">
      <dgm:prSet loTypeId="urn:microsoft.com/office/officeart/2005/8/layout/list1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938D96F-CC3A-48FA-938D-42BB37C4372D}">
      <dgm:prSet/>
      <dgm:spPr/>
      <dgm:t>
        <a:bodyPr/>
        <a:lstStyle/>
        <a:p>
          <a:r>
            <a:rPr lang="en-US" b="0" i="0" baseline="0"/>
            <a:t>❌ Tidak bisa:</a:t>
          </a:r>
          <a:endParaRPr lang="en-US"/>
        </a:p>
      </dgm:t>
    </dgm:pt>
    <dgm:pt modelId="{F983E5A5-CA5E-475E-A21C-5518A7E536D0}" type="parTrans" cxnId="{EEAD98A6-03D2-4C8F-8454-ADADD2760918}">
      <dgm:prSet/>
      <dgm:spPr/>
      <dgm:t>
        <a:bodyPr/>
        <a:lstStyle/>
        <a:p>
          <a:endParaRPr lang="en-US"/>
        </a:p>
      </dgm:t>
    </dgm:pt>
    <dgm:pt modelId="{00197E1A-A756-4BCA-86E4-F6A7F2406BEE}" type="sibTrans" cxnId="{EEAD98A6-03D2-4C8F-8454-ADADD2760918}">
      <dgm:prSet/>
      <dgm:spPr/>
      <dgm:t>
        <a:bodyPr/>
        <a:lstStyle/>
        <a:p>
          <a:endParaRPr lang="en-US"/>
        </a:p>
      </dgm:t>
    </dgm:pt>
    <dgm:pt modelId="{E2B5FFC7-2D19-4E67-9D49-666387964D59}">
      <dgm:prSet/>
      <dgm:spPr/>
      <dgm:t>
        <a:bodyPr/>
        <a:lstStyle/>
        <a:p>
          <a:r>
            <a:rPr lang="en-US" b="0" i="0" baseline="0"/>
            <a:t>UseSqlServer(...)</a:t>
          </a:r>
          <a:endParaRPr lang="en-US"/>
        </a:p>
      </dgm:t>
    </dgm:pt>
    <dgm:pt modelId="{390090D4-696B-4AC8-A14C-E64CE7C33ACC}" type="parTrans" cxnId="{83CFCACD-DEE4-488A-8F06-E6C9F069AD9F}">
      <dgm:prSet/>
      <dgm:spPr/>
      <dgm:t>
        <a:bodyPr/>
        <a:lstStyle/>
        <a:p>
          <a:endParaRPr lang="en-US"/>
        </a:p>
      </dgm:t>
    </dgm:pt>
    <dgm:pt modelId="{DFBF45DC-E9F3-4A5C-AC48-F0E8D4E0B464}" type="sibTrans" cxnId="{83CFCACD-DEE4-488A-8F06-E6C9F069AD9F}">
      <dgm:prSet/>
      <dgm:spPr/>
      <dgm:t>
        <a:bodyPr/>
        <a:lstStyle/>
        <a:p>
          <a:endParaRPr lang="en-US"/>
        </a:p>
      </dgm:t>
    </dgm:pt>
    <dgm:pt modelId="{624D52A5-B62B-4CC5-80D6-4920D5244FB9}">
      <dgm:prSet/>
      <dgm:spPr/>
      <dgm:t>
        <a:bodyPr/>
        <a:lstStyle/>
        <a:p>
          <a:r>
            <a:rPr lang="en-US" b="0" i="0" baseline="0"/>
            <a:t>UseCustomProvider(...)</a:t>
          </a:r>
          <a:endParaRPr lang="en-US"/>
        </a:p>
      </dgm:t>
    </dgm:pt>
    <dgm:pt modelId="{BC88131C-8EF9-4AF3-AE8D-3F22B33DA269}" type="parTrans" cxnId="{F3A45A36-651A-4E78-A7EE-ECA4E3C13C2E}">
      <dgm:prSet/>
      <dgm:spPr/>
      <dgm:t>
        <a:bodyPr/>
        <a:lstStyle/>
        <a:p>
          <a:endParaRPr lang="en-US"/>
        </a:p>
      </dgm:t>
    </dgm:pt>
    <dgm:pt modelId="{D0B80DF4-1035-4C56-827D-E458F8B0DB91}" type="sibTrans" cxnId="{F3A45A36-651A-4E78-A7EE-ECA4E3C13C2E}">
      <dgm:prSet/>
      <dgm:spPr/>
      <dgm:t>
        <a:bodyPr/>
        <a:lstStyle/>
        <a:p>
          <a:endParaRPr lang="en-US"/>
        </a:p>
      </dgm:t>
    </dgm:pt>
    <dgm:pt modelId="{940F79FD-32B9-48F1-B6D5-51CA3066A2CA}">
      <dgm:prSet/>
      <dgm:spPr/>
      <dgm:t>
        <a:bodyPr/>
        <a:lstStyle/>
        <a:p>
          <a:r>
            <a:rPr lang="en-US" b="0" i="0" baseline="0"/>
            <a:t>UseFileLog(...)</a:t>
          </a:r>
          <a:br>
            <a:rPr lang="en-US" b="0" i="0" baseline="0"/>
          </a:br>
          <a:r>
            <a:rPr lang="en-US" b="1" i="0" baseline="0"/>
            <a:t>secara paralel</a:t>
          </a:r>
          <a:endParaRPr lang="en-US"/>
        </a:p>
      </dgm:t>
    </dgm:pt>
    <dgm:pt modelId="{0A211199-BF57-4E78-ADCD-26C8826F425E}" type="parTrans" cxnId="{D7954DE3-2F07-41DB-881A-ED602B4C7227}">
      <dgm:prSet/>
      <dgm:spPr/>
      <dgm:t>
        <a:bodyPr/>
        <a:lstStyle/>
        <a:p>
          <a:endParaRPr lang="en-US"/>
        </a:p>
      </dgm:t>
    </dgm:pt>
    <dgm:pt modelId="{28994E38-96C1-46D5-8911-D4F60DE00193}" type="sibTrans" cxnId="{D7954DE3-2F07-41DB-881A-ED602B4C7227}">
      <dgm:prSet/>
      <dgm:spPr/>
      <dgm:t>
        <a:bodyPr/>
        <a:lstStyle/>
        <a:p>
          <a:endParaRPr lang="en-US"/>
        </a:p>
      </dgm:t>
    </dgm:pt>
    <dgm:pt modelId="{9D38BABE-6485-439A-92FD-F1176F2B2203}">
      <dgm:prSet/>
      <dgm:spPr/>
      <dgm:t>
        <a:bodyPr/>
        <a:lstStyle/>
        <a:p>
          <a:r>
            <a:rPr lang="en-US" b="0" i="0" baseline="0"/>
            <a:t>✅ Bisa:</a:t>
          </a:r>
          <a:endParaRPr lang="en-US"/>
        </a:p>
      </dgm:t>
    </dgm:pt>
    <dgm:pt modelId="{3E3BFF4E-F865-4109-B2F2-4D73D0A00DC5}" type="parTrans" cxnId="{E411F3E8-A9A5-4CA6-B2AD-FAF9867D71E8}">
      <dgm:prSet/>
      <dgm:spPr/>
      <dgm:t>
        <a:bodyPr/>
        <a:lstStyle/>
        <a:p>
          <a:endParaRPr lang="en-US"/>
        </a:p>
      </dgm:t>
    </dgm:pt>
    <dgm:pt modelId="{843F770B-C699-4C34-AC97-0DF2F77B6F98}" type="sibTrans" cxnId="{E411F3E8-A9A5-4CA6-B2AD-FAF9867D71E8}">
      <dgm:prSet/>
      <dgm:spPr/>
      <dgm:t>
        <a:bodyPr/>
        <a:lstStyle/>
        <a:p>
          <a:endParaRPr lang="en-US"/>
        </a:p>
      </dgm:t>
    </dgm:pt>
    <dgm:pt modelId="{5452A38D-1EFD-4F2A-A73E-554458540FD3}">
      <dgm:prSet/>
      <dgm:spPr/>
      <dgm:t>
        <a:bodyPr/>
        <a:lstStyle/>
        <a:p>
          <a:r>
            <a:rPr lang="en-US" b="0" i="0" baseline="0"/>
            <a:t>Satu CustomDataProvider</a:t>
          </a:r>
          <a:endParaRPr lang="en-US"/>
        </a:p>
      </dgm:t>
    </dgm:pt>
    <dgm:pt modelId="{9A64660C-860D-4AC7-A41C-2A1910BFE8D5}" type="parTrans" cxnId="{1E13817D-A1EA-44B2-866C-A6DDE540E07D}">
      <dgm:prSet/>
      <dgm:spPr/>
      <dgm:t>
        <a:bodyPr/>
        <a:lstStyle/>
        <a:p>
          <a:endParaRPr lang="en-US"/>
        </a:p>
      </dgm:t>
    </dgm:pt>
    <dgm:pt modelId="{E8DBADB4-D7ED-468C-8602-2BEB93BC1C02}" type="sibTrans" cxnId="{1E13817D-A1EA-44B2-866C-A6DDE540E07D}">
      <dgm:prSet/>
      <dgm:spPr/>
      <dgm:t>
        <a:bodyPr/>
        <a:lstStyle/>
        <a:p>
          <a:endParaRPr lang="en-US"/>
        </a:p>
      </dgm:t>
    </dgm:pt>
    <dgm:pt modelId="{049226D2-6AEC-43CE-863C-890EBE1360C8}">
      <dgm:prSet/>
      <dgm:spPr/>
      <dgm:t>
        <a:bodyPr/>
        <a:lstStyle/>
        <a:p>
          <a:r>
            <a:rPr lang="en-US" b="0" i="0" baseline="0"/>
            <a:t>Di dalam provider itu, log bisa:</a:t>
          </a:r>
          <a:endParaRPr lang="en-US"/>
        </a:p>
      </dgm:t>
    </dgm:pt>
    <dgm:pt modelId="{BCF1EB4E-A069-465F-A3F6-BF09BC1745E0}" type="parTrans" cxnId="{C7303192-5736-4946-AAF4-AA7D8F45A06B}">
      <dgm:prSet/>
      <dgm:spPr/>
      <dgm:t>
        <a:bodyPr/>
        <a:lstStyle/>
        <a:p>
          <a:endParaRPr lang="en-US"/>
        </a:p>
      </dgm:t>
    </dgm:pt>
    <dgm:pt modelId="{D089380B-3BD4-4925-AF71-33EC06032D13}" type="sibTrans" cxnId="{C7303192-5736-4946-AAF4-AA7D8F45A06B}">
      <dgm:prSet/>
      <dgm:spPr/>
      <dgm:t>
        <a:bodyPr/>
        <a:lstStyle/>
        <a:p>
          <a:endParaRPr lang="en-US"/>
        </a:p>
      </dgm:t>
    </dgm:pt>
    <dgm:pt modelId="{600C229E-0ABD-4AD7-B2DE-7176C5AD85DD}">
      <dgm:prSet/>
      <dgm:spPr/>
      <dgm:t>
        <a:bodyPr/>
        <a:lstStyle/>
        <a:p>
          <a:r>
            <a:rPr lang="en-US" b="0" i="0" baseline="0"/>
            <a:t>Disimpan ke banyak table</a:t>
          </a:r>
          <a:endParaRPr lang="en-US"/>
        </a:p>
      </dgm:t>
    </dgm:pt>
    <dgm:pt modelId="{FC883CF6-7563-4254-A5B2-ED099EB26FD2}" type="parTrans" cxnId="{2D491E52-A08B-443E-8BD4-CFDFCFCFFA23}">
      <dgm:prSet/>
      <dgm:spPr/>
      <dgm:t>
        <a:bodyPr/>
        <a:lstStyle/>
        <a:p>
          <a:endParaRPr lang="en-US"/>
        </a:p>
      </dgm:t>
    </dgm:pt>
    <dgm:pt modelId="{AF8A8E8F-E48D-472A-8142-3CF411A0BF3C}" type="sibTrans" cxnId="{2D491E52-A08B-443E-8BD4-CFDFCFCFFA23}">
      <dgm:prSet/>
      <dgm:spPr/>
      <dgm:t>
        <a:bodyPr/>
        <a:lstStyle/>
        <a:p>
          <a:endParaRPr lang="en-US"/>
        </a:p>
      </dgm:t>
    </dgm:pt>
    <dgm:pt modelId="{94174FD1-AFEC-476D-8A49-A4A48CC320B6}">
      <dgm:prSet/>
      <dgm:spPr/>
      <dgm:t>
        <a:bodyPr/>
        <a:lstStyle/>
        <a:p>
          <a:r>
            <a:rPr lang="en-US" b="0" i="0" baseline="0"/>
            <a:t>Dikirim ke banyak tujuan</a:t>
          </a:r>
          <a:endParaRPr lang="en-US"/>
        </a:p>
      </dgm:t>
    </dgm:pt>
    <dgm:pt modelId="{595CBD32-8CFF-4428-8428-C46DA8C1C91C}" type="parTrans" cxnId="{05F3C669-20AB-4073-B729-B11ABA1CC584}">
      <dgm:prSet/>
      <dgm:spPr/>
      <dgm:t>
        <a:bodyPr/>
        <a:lstStyle/>
        <a:p>
          <a:endParaRPr lang="en-US"/>
        </a:p>
      </dgm:t>
    </dgm:pt>
    <dgm:pt modelId="{CFA13C2B-5A39-4E2E-BCD8-ED47E73ABAC0}" type="sibTrans" cxnId="{05F3C669-20AB-4073-B729-B11ABA1CC584}">
      <dgm:prSet/>
      <dgm:spPr/>
      <dgm:t>
        <a:bodyPr/>
        <a:lstStyle/>
        <a:p>
          <a:endParaRPr lang="en-US"/>
        </a:p>
      </dgm:t>
    </dgm:pt>
    <dgm:pt modelId="{A45921F2-720B-4E7E-9E9A-C2472BF72533}">
      <dgm:prSet/>
      <dgm:spPr/>
      <dgm:t>
        <a:bodyPr/>
        <a:lstStyle/>
        <a:p>
          <a:r>
            <a:rPr lang="en-US" b="0" i="0" baseline="0"/>
            <a:t>Dipisah berdasarkan kondisi</a:t>
          </a:r>
          <a:endParaRPr lang="en-US"/>
        </a:p>
      </dgm:t>
    </dgm:pt>
    <dgm:pt modelId="{6CEEB413-2375-415D-B731-7FEBB6780C30}" type="parTrans" cxnId="{7CBF5E48-116B-43A1-B968-77C9CC9E97BB}">
      <dgm:prSet/>
      <dgm:spPr/>
      <dgm:t>
        <a:bodyPr/>
        <a:lstStyle/>
        <a:p>
          <a:endParaRPr lang="en-US"/>
        </a:p>
      </dgm:t>
    </dgm:pt>
    <dgm:pt modelId="{79886685-ECC7-4DF5-B9E6-22BD153877EF}" type="sibTrans" cxnId="{7CBF5E48-116B-43A1-B968-77C9CC9E97BB}">
      <dgm:prSet/>
      <dgm:spPr/>
      <dgm:t>
        <a:bodyPr/>
        <a:lstStyle/>
        <a:p>
          <a:endParaRPr lang="en-US"/>
        </a:p>
      </dgm:t>
    </dgm:pt>
    <dgm:pt modelId="{1BA6CBA8-2E32-46CA-AA90-1AB3BFE2111E}" type="pres">
      <dgm:prSet presAssocID="{364C4A0B-8AD2-45A8-8A35-CCF1DA18052B}" presName="linear" presStyleCnt="0">
        <dgm:presLayoutVars>
          <dgm:dir/>
          <dgm:animLvl val="lvl"/>
          <dgm:resizeHandles val="exact"/>
        </dgm:presLayoutVars>
      </dgm:prSet>
      <dgm:spPr/>
    </dgm:pt>
    <dgm:pt modelId="{7236A22F-8223-4213-A044-41645AB6EEF8}" type="pres">
      <dgm:prSet presAssocID="{9938D96F-CC3A-48FA-938D-42BB37C4372D}" presName="parentLin" presStyleCnt="0"/>
      <dgm:spPr/>
    </dgm:pt>
    <dgm:pt modelId="{E09C2ADF-004C-453A-9D70-57CE9E4B761C}" type="pres">
      <dgm:prSet presAssocID="{9938D96F-CC3A-48FA-938D-42BB37C4372D}" presName="parentLeftMargin" presStyleLbl="node1" presStyleIdx="0" presStyleCnt="2"/>
      <dgm:spPr/>
    </dgm:pt>
    <dgm:pt modelId="{862F3E6B-FD88-478F-AA22-72D7ECE0CD86}" type="pres">
      <dgm:prSet presAssocID="{9938D96F-CC3A-48FA-938D-42BB37C4372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E7C7ADD-807E-4C3C-B5BB-936945B185BD}" type="pres">
      <dgm:prSet presAssocID="{9938D96F-CC3A-48FA-938D-42BB37C4372D}" presName="negativeSpace" presStyleCnt="0"/>
      <dgm:spPr/>
    </dgm:pt>
    <dgm:pt modelId="{BD190707-3C68-40DB-BDA8-3F7B35470E8D}" type="pres">
      <dgm:prSet presAssocID="{9938D96F-CC3A-48FA-938D-42BB37C4372D}" presName="childText" presStyleLbl="conFgAcc1" presStyleIdx="0" presStyleCnt="2">
        <dgm:presLayoutVars>
          <dgm:bulletEnabled val="1"/>
        </dgm:presLayoutVars>
      </dgm:prSet>
      <dgm:spPr/>
    </dgm:pt>
    <dgm:pt modelId="{C6DB421E-F21A-4B0D-9199-90FA98B00EB6}" type="pres">
      <dgm:prSet presAssocID="{00197E1A-A756-4BCA-86E4-F6A7F2406BEE}" presName="spaceBetweenRectangles" presStyleCnt="0"/>
      <dgm:spPr/>
    </dgm:pt>
    <dgm:pt modelId="{130763B9-935F-48EA-B3A6-F25D8B6BBA9A}" type="pres">
      <dgm:prSet presAssocID="{9D38BABE-6485-439A-92FD-F1176F2B2203}" presName="parentLin" presStyleCnt="0"/>
      <dgm:spPr/>
    </dgm:pt>
    <dgm:pt modelId="{8531E5D0-5AD9-4926-9F0D-21A987FD41B3}" type="pres">
      <dgm:prSet presAssocID="{9D38BABE-6485-439A-92FD-F1176F2B2203}" presName="parentLeftMargin" presStyleLbl="node1" presStyleIdx="0" presStyleCnt="2"/>
      <dgm:spPr/>
    </dgm:pt>
    <dgm:pt modelId="{98B46CE4-D5F1-4012-97D6-8C61055B607F}" type="pres">
      <dgm:prSet presAssocID="{9D38BABE-6485-439A-92FD-F1176F2B220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0961F3C-056B-47AE-8DA5-3D9E9B27E115}" type="pres">
      <dgm:prSet presAssocID="{9D38BABE-6485-439A-92FD-F1176F2B2203}" presName="negativeSpace" presStyleCnt="0"/>
      <dgm:spPr/>
    </dgm:pt>
    <dgm:pt modelId="{4AF04071-22D3-4C96-BD7E-94B043F7DF08}" type="pres">
      <dgm:prSet presAssocID="{9D38BABE-6485-439A-92FD-F1176F2B220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EA47D09-4A1B-4266-9857-58F4C1F00450}" type="presOf" srcId="{9938D96F-CC3A-48FA-938D-42BB37C4372D}" destId="{862F3E6B-FD88-478F-AA22-72D7ECE0CD86}" srcOrd="1" destOrd="0" presId="urn:microsoft.com/office/officeart/2005/8/layout/list1"/>
    <dgm:cxn modelId="{FFBEE909-3E34-4A7D-BAB6-EE9E8E949416}" type="presOf" srcId="{049226D2-6AEC-43CE-863C-890EBE1360C8}" destId="{4AF04071-22D3-4C96-BD7E-94B043F7DF08}" srcOrd="0" destOrd="1" presId="urn:microsoft.com/office/officeart/2005/8/layout/list1"/>
    <dgm:cxn modelId="{060DE60B-1E9E-4BF2-84E8-E026BBE3631D}" type="presOf" srcId="{624D52A5-B62B-4CC5-80D6-4920D5244FB9}" destId="{BD190707-3C68-40DB-BDA8-3F7B35470E8D}" srcOrd="0" destOrd="1" presId="urn:microsoft.com/office/officeart/2005/8/layout/list1"/>
    <dgm:cxn modelId="{7524401E-E5D4-45CA-8802-EBC0636ADE18}" type="presOf" srcId="{5452A38D-1EFD-4F2A-A73E-554458540FD3}" destId="{4AF04071-22D3-4C96-BD7E-94B043F7DF08}" srcOrd="0" destOrd="0" presId="urn:microsoft.com/office/officeart/2005/8/layout/list1"/>
    <dgm:cxn modelId="{F3A45A36-651A-4E78-A7EE-ECA4E3C13C2E}" srcId="{9938D96F-CC3A-48FA-938D-42BB37C4372D}" destId="{624D52A5-B62B-4CC5-80D6-4920D5244FB9}" srcOrd="1" destOrd="0" parTransId="{BC88131C-8EF9-4AF3-AE8D-3F22B33DA269}" sibTransId="{D0B80DF4-1035-4C56-827D-E458F8B0DB91}"/>
    <dgm:cxn modelId="{19F6605F-0560-40B4-BEF3-58ABC5C3612C}" type="presOf" srcId="{9938D96F-CC3A-48FA-938D-42BB37C4372D}" destId="{E09C2ADF-004C-453A-9D70-57CE9E4B761C}" srcOrd="0" destOrd="0" presId="urn:microsoft.com/office/officeart/2005/8/layout/list1"/>
    <dgm:cxn modelId="{7CBF5E48-116B-43A1-B968-77C9CC9E97BB}" srcId="{049226D2-6AEC-43CE-863C-890EBE1360C8}" destId="{A45921F2-720B-4E7E-9E9A-C2472BF72533}" srcOrd="2" destOrd="0" parTransId="{6CEEB413-2375-415D-B731-7FEBB6780C30}" sibTransId="{79886685-ECC7-4DF5-B9E6-22BD153877EF}"/>
    <dgm:cxn modelId="{D2675768-90A4-4AA4-8407-5F766D56CDF0}" type="presOf" srcId="{364C4A0B-8AD2-45A8-8A35-CCF1DA18052B}" destId="{1BA6CBA8-2E32-46CA-AA90-1AB3BFE2111E}" srcOrd="0" destOrd="0" presId="urn:microsoft.com/office/officeart/2005/8/layout/list1"/>
    <dgm:cxn modelId="{05F3C669-20AB-4073-B729-B11ABA1CC584}" srcId="{049226D2-6AEC-43CE-863C-890EBE1360C8}" destId="{94174FD1-AFEC-476D-8A49-A4A48CC320B6}" srcOrd="1" destOrd="0" parTransId="{595CBD32-8CFF-4428-8428-C46DA8C1C91C}" sibTransId="{CFA13C2B-5A39-4E2E-BCD8-ED47E73ABAC0}"/>
    <dgm:cxn modelId="{2D491E52-A08B-443E-8BD4-CFDFCFCFFA23}" srcId="{049226D2-6AEC-43CE-863C-890EBE1360C8}" destId="{600C229E-0ABD-4AD7-B2DE-7176C5AD85DD}" srcOrd="0" destOrd="0" parTransId="{FC883CF6-7563-4254-A5B2-ED099EB26FD2}" sibTransId="{AF8A8E8F-E48D-472A-8142-3CF411A0BF3C}"/>
    <dgm:cxn modelId="{1E13817D-A1EA-44B2-866C-A6DDE540E07D}" srcId="{9D38BABE-6485-439A-92FD-F1176F2B2203}" destId="{5452A38D-1EFD-4F2A-A73E-554458540FD3}" srcOrd="0" destOrd="0" parTransId="{9A64660C-860D-4AC7-A41C-2A1910BFE8D5}" sibTransId="{E8DBADB4-D7ED-468C-8602-2BEB93BC1C02}"/>
    <dgm:cxn modelId="{F1DE4088-75FA-445C-A719-97A821665DB6}" type="presOf" srcId="{600C229E-0ABD-4AD7-B2DE-7176C5AD85DD}" destId="{4AF04071-22D3-4C96-BD7E-94B043F7DF08}" srcOrd="0" destOrd="2" presId="urn:microsoft.com/office/officeart/2005/8/layout/list1"/>
    <dgm:cxn modelId="{C7303192-5736-4946-AAF4-AA7D8F45A06B}" srcId="{9D38BABE-6485-439A-92FD-F1176F2B2203}" destId="{049226D2-6AEC-43CE-863C-890EBE1360C8}" srcOrd="1" destOrd="0" parTransId="{BCF1EB4E-A069-465F-A3F6-BF09BC1745E0}" sibTransId="{D089380B-3BD4-4925-AF71-33EC06032D13}"/>
    <dgm:cxn modelId="{B91A92A4-8167-47CC-BD8A-17B925D1ECD3}" type="presOf" srcId="{940F79FD-32B9-48F1-B6D5-51CA3066A2CA}" destId="{BD190707-3C68-40DB-BDA8-3F7B35470E8D}" srcOrd="0" destOrd="2" presId="urn:microsoft.com/office/officeart/2005/8/layout/list1"/>
    <dgm:cxn modelId="{EEAD98A6-03D2-4C8F-8454-ADADD2760918}" srcId="{364C4A0B-8AD2-45A8-8A35-CCF1DA18052B}" destId="{9938D96F-CC3A-48FA-938D-42BB37C4372D}" srcOrd="0" destOrd="0" parTransId="{F983E5A5-CA5E-475E-A21C-5518A7E536D0}" sibTransId="{00197E1A-A756-4BCA-86E4-F6A7F2406BEE}"/>
    <dgm:cxn modelId="{F0F468B7-8817-4C8A-BF9C-B67DF8CAFA9F}" type="presOf" srcId="{A45921F2-720B-4E7E-9E9A-C2472BF72533}" destId="{4AF04071-22D3-4C96-BD7E-94B043F7DF08}" srcOrd="0" destOrd="4" presId="urn:microsoft.com/office/officeart/2005/8/layout/list1"/>
    <dgm:cxn modelId="{83CFCACD-DEE4-488A-8F06-E6C9F069AD9F}" srcId="{9938D96F-CC3A-48FA-938D-42BB37C4372D}" destId="{E2B5FFC7-2D19-4E67-9D49-666387964D59}" srcOrd="0" destOrd="0" parTransId="{390090D4-696B-4AC8-A14C-E64CE7C33ACC}" sibTransId="{DFBF45DC-E9F3-4A5C-AC48-F0E8D4E0B464}"/>
    <dgm:cxn modelId="{DB7C37DC-1700-494E-8A0B-2712BC7AE6E5}" type="presOf" srcId="{94174FD1-AFEC-476D-8A49-A4A48CC320B6}" destId="{4AF04071-22D3-4C96-BD7E-94B043F7DF08}" srcOrd="0" destOrd="3" presId="urn:microsoft.com/office/officeart/2005/8/layout/list1"/>
    <dgm:cxn modelId="{C48277E1-3CFC-4FB8-B124-FAFD99B7B4C4}" type="presOf" srcId="{9D38BABE-6485-439A-92FD-F1176F2B2203}" destId="{98B46CE4-D5F1-4012-97D6-8C61055B607F}" srcOrd="1" destOrd="0" presId="urn:microsoft.com/office/officeart/2005/8/layout/list1"/>
    <dgm:cxn modelId="{D7954DE3-2F07-41DB-881A-ED602B4C7227}" srcId="{9938D96F-CC3A-48FA-938D-42BB37C4372D}" destId="{940F79FD-32B9-48F1-B6D5-51CA3066A2CA}" srcOrd="2" destOrd="0" parTransId="{0A211199-BF57-4E78-ADCD-26C8826F425E}" sibTransId="{28994E38-96C1-46D5-8911-D4F60DE00193}"/>
    <dgm:cxn modelId="{E411F3E8-A9A5-4CA6-B2AD-FAF9867D71E8}" srcId="{364C4A0B-8AD2-45A8-8A35-CCF1DA18052B}" destId="{9D38BABE-6485-439A-92FD-F1176F2B2203}" srcOrd="1" destOrd="0" parTransId="{3E3BFF4E-F865-4109-B2F2-4D73D0A00DC5}" sibTransId="{843F770B-C699-4C34-AC97-0DF2F77B6F98}"/>
    <dgm:cxn modelId="{1D8AA8EC-9470-4EDD-8F58-0F2F9CD590AC}" type="presOf" srcId="{9D38BABE-6485-439A-92FD-F1176F2B2203}" destId="{8531E5D0-5AD9-4926-9F0D-21A987FD41B3}" srcOrd="0" destOrd="0" presId="urn:microsoft.com/office/officeart/2005/8/layout/list1"/>
    <dgm:cxn modelId="{9ACC3DF8-718A-4636-AD35-01301D5E4ECE}" type="presOf" srcId="{E2B5FFC7-2D19-4E67-9D49-666387964D59}" destId="{BD190707-3C68-40DB-BDA8-3F7B35470E8D}" srcOrd="0" destOrd="0" presId="urn:microsoft.com/office/officeart/2005/8/layout/list1"/>
    <dgm:cxn modelId="{43277FB8-630F-4136-976D-3A14EE9A91EA}" type="presParOf" srcId="{1BA6CBA8-2E32-46CA-AA90-1AB3BFE2111E}" destId="{7236A22F-8223-4213-A044-41645AB6EEF8}" srcOrd="0" destOrd="0" presId="urn:microsoft.com/office/officeart/2005/8/layout/list1"/>
    <dgm:cxn modelId="{14485E17-E457-4BB5-A6C6-311EA68974F0}" type="presParOf" srcId="{7236A22F-8223-4213-A044-41645AB6EEF8}" destId="{E09C2ADF-004C-453A-9D70-57CE9E4B761C}" srcOrd="0" destOrd="0" presId="urn:microsoft.com/office/officeart/2005/8/layout/list1"/>
    <dgm:cxn modelId="{33CA753D-88F6-416B-8AE8-FFFE5C6807DE}" type="presParOf" srcId="{7236A22F-8223-4213-A044-41645AB6EEF8}" destId="{862F3E6B-FD88-478F-AA22-72D7ECE0CD86}" srcOrd="1" destOrd="0" presId="urn:microsoft.com/office/officeart/2005/8/layout/list1"/>
    <dgm:cxn modelId="{D36D01E6-BBAD-4C9F-A44C-43254636279B}" type="presParOf" srcId="{1BA6CBA8-2E32-46CA-AA90-1AB3BFE2111E}" destId="{2E7C7ADD-807E-4C3C-B5BB-936945B185BD}" srcOrd="1" destOrd="0" presId="urn:microsoft.com/office/officeart/2005/8/layout/list1"/>
    <dgm:cxn modelId="{088665EA-DAE8-4DCA-80C5-948CAF2352C5}" type="presParOf" srcId="{1BA6CBA8-2E32-46CA-AA90-1AB3BFE2111E}" destId="{BD190707-3C68-40DB-BDA8-3F7B35470E8D}" srcOrd="2" destOrd="0" presId="urn:microsoft.com/office/officeart/2005/8/layout/list1"/>
    <dgm:cxn modelId="{BE2A8CD1-1BEA-4A12-9E84-BCAB6F4CA90D}" type="presParOf" srcId="{1BA6CBA8-2E32-46CA-AA90-1AB3BFE2111E}" destId="{C6DB421E-F21A-4B0D-9199-90FA98B00EB6}" srcOrd="3" destOrd="0" presId="urn:microsoft.com/office/officeart/2005/8/layout/list1"/>
    <dgm:cxn modelId="{C13FDA94-C431-4966-9BFD-1239445D4205}" type="presParOf" srcId="{1BA6CBA8-2E32-46CA-AA90-1AB3BFE2111E}" destId="{130763B9-935F-48EA-B3A6-F25D8B6BBA9A}" srcOrd="4" destOrd="0" presId="urn:microsoft.com/office/officeart/2005/8/layout/list1"/>
    <dgm:cxn modelId="{6CADCD33-5EC0-4867-9C92-7170AEBD4E43}" type="presParOf" srcId="{130763B9-935F-48EA-B3A6-F25D8B6BBA9A}" destId="{8531E5D0-5AD9-4926-9F0D-21A987FD41B3}" srcOrd="0" destOrd="0" presId="urn:microsoft.com/office/officeart/2005/8/layout/list1"/>
    <dgm:cxn modelId="{A095A696-7169-4C88-A5C5-BEEEE3C5BC09}" type="presParOf" srcId="{130763B9-935F-48EA-B3A6-F25D8B6BBA9A}" destId="{98B46CE4-D5F1-4012-97D6-8C61055B607F}" srcOrd="1" destOrd="0" presId="urn:microsoft.com/office/officeart/2005/8/layout/list1"/>
    <dgm:cxn modelId="{F71A4068-BD45-493C-AE4D-8C40D46DC280}" type="presParOf" srcId="{1BA6CBA8-2E32-46CA-AA90-1AB3BFE2111E}" destId="{A0961F3C-056B-47AE-8DA5-3D9E9B27E115}" srcOrd="5" destOrd="0" presId="urn:microsoft.com/office/officeart/2005/8/layout/list1"/>
    <dgm:cxn modelId="{38B6F4CA-8606-4E62-BB94-F4353B165060}" type="presParOf" srcId="{1BA6CBA8-2E32-46CA-AA90-1AB3BFE2111E}" destId="{4AF04071-22D3-4C96-BD7E-94B043F7DF0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DB564A-8987-4DD1-9E99-F525A9550ADB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2BFE113-0EF5-4A3D-9886-29D819A4703C}">
      <dgm:prSet/>
      <dgm:spPr/>
      <dgm:t>
        <a:bodyPr/>
        <a:lstStyle/>
        <a:p>
          <a:r>
            <a:rPr lang="en-US" b="1"/>
            <a:t>Audit.NET adalah library open-source untuk .NET yang berfungsi mencatat </a:t>
          </a:r>
          <a:r>
            <a:rPr lang="en-US" b="1" i="1"/>
            <a:t>audit trail</a:t>
          </a:r>
          <a:r>
            <a:rPr lang="en-US" b="1"/>
            <a:t> (jejak perubahan) pada aplikasi. Ia bisa dipakai di Entity Framework, ASP.NET Core, Web API, file system, HTTP requests, dan banyak skenario lain</a:t>
          </a:r>
          <a:endParaRPr lang="en-US"/>
        </a:p>
      </dgm:t>
    </dgm:pt>
    <dgm:pt modelId="{A58C0C01-9482-4787-B062-E0C2A9A80F8E}" type="parTrans" cxnId="{EA8B874B-891D-407B-80BD-8062A7414714}">
      <dgm:prSet/>
      <dgm:spPr/>
      <dgm:t>
        <a:bodyPr/>
        <a:lstStyle/>
        <a:p>
          <a:endParaRPr lang="en-US"/>
        </a:p>
      </dgm:t>
    </dgm:pt>
    <dgm:pt modelId="{EF136D96-C18D-4ED8-9DC3-2A125500C7A3}" type="sibTrans" cxnId="{EA8B874B-891D-407B-80BD-8062A7414714}">
      <dgm:prSet/>
      <dgm:spPr/>
      <dgm:t>
        <a:bodyPr/>
        <a:lstStyle/>
        <a:p>
          <a:endParaRPr lang="en-US"/>
        </a:p>
      </dgm:t>
    </dgm:pt>
    <dgm:pt modelId="{94D0E1F2-8EB6-466C-8482-96C97FDEB74C}">
      <dgm:prSet/>
      <dgm:spPr/>
      <dgm:t>
        <a:bodyPr/>
        <a:lstStyle/>
        <a:p>
          <a:r>
            <a:rPr lang="en-US" b="1"/>
            <a:t>Audit.NET adalah solusi audit yang praktis, fleksibel, dan detail untuk aplikasi .NET. Cocok untuk kebutuhan audit cepat, tapi perlu filtering dan konfigurasi agar performa tetap efisien dan log tidak berlebihan.</a:t>
          </a:r>
          <a:endParaRPr lang="en-US"/>
        </a:p>
      </dgm:t>
    </dgm:pt>
    <dgm:pt modelId="{4A6327AB-9ECE-403D-83EC-79D4342D9070}" type="parTrans" cxnId="{BF8F069E-1D72-4C02-B4F5-9DBB86BAFF65}">
      <dgm:prSet/>
      <dgm:spPr/>
      <dgm:t>
        <a:bodyPr/>
        <a:lstStyle/>
        <a:p>
          <a:endParaRPr lang="en-US"/>
        </a:p>
      </dgm:t>
    </dgm:pt>
    <dgm:pt modelId="{E2C65BA8-C3AA-493F-A264-9A979562516A}" type="sibTrans" cxnId="{BF8F069E-1D72-4C02-B4F5-9DBB86BAFF65}">
      <dgm:prSet/>
      <dgm:spPr/>
      <dgm:t>
        <a:bodyPr/>
        <a:lstStyle/>
        <a:p>
          <a:endParaRPr lang="en-US"/>
        </a:p>
      </dgm:t>
    </dgm:pt>
    <dgm:pt modelId="{FCF004A2-B2F0-4A02-9F14-E221A7A6634E}" type="pres">
      <dgm:prSet presAssocID="{AEDB564A-8987-4DD1-9E99-F525A9550AD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2BAF50E-CF6D-4382-824A-EF444929C7F8}" type="pres">
      <dgm:prSet presAssocID="{62BFE113-0EF5-4A3D-9886-29D819A4703C}" presName="hierRoot1" presStyleCnt="0"/>
      <dgm:spPr/>
    </dgm:pt>
    <dgm:pt modelId="{25ADE410-70AD-41AA-81E4-214832B8E4B4}" type="pres">
      <dgm:prSet presAssocID="{62BFE113-0EF5-4A3D-9886-29D819A4703C}" presName="composite" presStyleCnt="0"/>
      <dgm:spPr/>
    </dgm:pt>
    <dgm:pt modelId="{FF28EE6A-E14E-4683-B9FB-85EF2AFE916B}" type="pres">
      <dgm:prSet presAssocID="{62BFE113-0EF5-4A3D-9886-29D819A4703C}" presName="background" presStyleLbl="node0" presStyleIdx="0" presStyleCnt="2"/>
      <dgm:spPr/>
    </dgm:pt>
    <dgm:pt modelId="{598A7F4F-6DA4-4346-846D-B858C6D703B4}" type="pres">
      <dgm:prSet presAssocID="{62BFE113-0EF5-4A3D-9886-29D819A4703C}" presName="text" presStyleLbl="fgAcc0" presStyleIdx="0" presStyleCnt="2">
        <dgm:presLayoutVars>
          <dgm:chPref val="3"/>
        </dgm:presLayoutVars>
      </dgm:prSet>
      <dgm:spPr/>
    </dgm:pt>
    <dgm:pt modelId="{06518261-3473-4545-B26B-C36E52D71296}" type="pres">
      <dgm:prSet presAssocID="{62BFE113-0EF5-4A3D-9886-29D819A4703C}" presName="hierChild2" presStyleCnt="0"/>
      <dgm:spPr/>
    </dgm:pt>
    <dgm:pt modelId="{234AE48B-FE6B-4FA1-A847-D83824338B21}" type="pres">
      <dgm:prSet presAssocID="{94D0E1F2-8EB6-466C-8482-96C97FDEB74C}" presName="hierRoot1" presStyleCnt="0"/>
      <dgm:spPr/>
    </dgm:pt>
    <dgm:pt modelId="{D8FAE540-2DC4-4257-AE69-8D2394C306DA}" type="pres">
      <dgm:prSet presAssocID="{94D0E1F2-8EB6-466C-8482-96C97FDEB74C}" presName="composite" presStyleCnt="0"/>
      <dgm:spPr/>
    </dgm:pt>
    <dgm:pt modelId="{7CECCB08-42F5-4219-9CD9-A1F02381C06A}" type="pres">
      <dgm:prSet presAssocID="{94D0E1F2-8EB6-466C-8482-96C97FDEB74C}" presName="background" presStyleLbl="node0" presStyleIdx="1" presStyleCnt="2"/>
      <dgm:spPr/>
    </dgm:pt>
    <dgm:pt modelId="{15AA5A51-077E-4F33-ADA2-5A42DC0196E6}" type="pres">
      <dgm:prSet presAssocID="{94D0E1F2-8EB6-466C-8482-96C97FDEB74C}" presName="text" presStyleLbl="fgAcc0" presStyleIdx="1" presStyleCnt="2">
        <dgm:presLayoutVars>
          <dgm:chPref val="3"/>
        </dgm:presLayoutVars>
      </dgm:prSet>
      <dgm:spPr/>
    </dgm:pt>
    <dgm:pt modelId="{CADFD0FF-B2F1-4FA4-B7D4-8983CC9146C0}" type="pres">
      <dgm:prSet presAssocID="{94D0E1F2-8EB6-466C-8482-96C97FDEB74C}" presName="hierChild2" presStyleCnt="0"/>
      <dgm:spPr/>
    </dgm:pt>
  </dgm:ptLst>
  <dgm:cxnLst>
    <dgm:cxn modelId="{EA8B874B-891D-407B-80BD-8062A7414714}" srcId="{AEDB564A-8987-4DD1-9E99-F525A9550ADB}" destId="{62BFE113-0EF5-4A3D-9886-29D819A4703C}" srcOrd="0" destOrd="0" parTransId="{A58C0C01-9482-4787-B062-E0C2A9A80F8E}" sibTransId="{EF136D96-C18D-4ED8-9DC3-2A125500C7A3}"/>
    <dgm:cxn modelId="{58EA864E-6B6B-4053-B6AD-4D44F7D5AC5C}" type="presOf" srcId="{AEDB564A-8987-4DD1-9E99-F525A9550ADB}" destId="{FCF004A2-B2F0-4A02-9F14-E221A7A6634E}" srcOrd="0" destOrd="0" presId="urn:microsoft.com/office/officeart/2005/8/layout/hierarchy1"/>
    <dgm:cxn modelId="{D68ED78C-D3A8-402E-BC14-5F9F756E9168}" type="presOf" srcId="{62BFE113-0EF5-4A3D-9886-29D819A4703C}" destId="{598A7F4F-6DA4-4346-846D-B858C6D703B4}" srcOrd="0" destOrd="0" presId="urn:microsoft.com/office/officeart/2005/8/layout/hierarchy1"/>
    <dgm:cxn modelId="{BF8F069E-1D72-4C02-B4F5-9DBB86BAFF65}" srcId="{AEDB564A-8987-4DD1-9E99-F525A9550ADB}" destId="{94D0E1F2-8EB6-466C-8482-96C97FDEB74C}" srcOrd="1" destOrd="0" parTransId="{4A6327AB-9ECE-403D-83EC-79D4342D9070}" sibTransId="{E2C65BA8-C3AA-493F-A264-9A979562516A}"/>
    <dgm:cxn modelId="{1D1AE3B1-9CE3-402A-B6EE-3B6BA8ED22EE}" type="presOf" srcId="{94D0E1F2-8EB6-466C-8482-96C97FDEB74C}" destId="{15AA5A51-077E-4F33-ADA2-5A42DC0196E6}" srcOrd="0" destOrd="0" presId="urn:microsoft.com/office/officeart/2005/8/layout/hierarchy1"/>
    <dgm:cxn modelId="{6FD699EB-68B6-48FD-8B22-D0103A02365D}" type="presParOf" srcId="{FCF004A2-B2F0-4A02-9F14-E221A7A6634E}" destId="{B2BAF50E-CF6D-4382-824A-EF444929C7F8}" srcOrd="0" destOrd="0" presId="urn:microsoft.com/office/officeart/2005/8/layout/hierarchy1"/>
    <dgm:cxn modelId="{FD37480B-6DF6-4294-A335-1FCD3D10D597}" type="presParOf" srcId="{B2BAF50E-CF6D-4382-824A-EF444929C7F8}" destId="{25ADE410-70AD-41AA-81E4-214832B8E4B4}" srcOrd="0" destOrd="0" presId="urn:microsoft.com/office/officeart/2005/8/layout/hierarchy1"/>
    <dgm:cxn modelId="{D8613B71-8303-4072-9C04-DE1CD0E53A69}" type="presParOf" srcId="{25ADE410-70AD-41AA-81E4-214832B8E4B4}" destId="{FF28EE6A-E14E-4683-B9FB-85EF2AFE916B}" srcOrd="0" destOrd="0" presId="urn:microsoft.com/office/officeart/2005/8/layout/hierarchy1"/>
    <dgm:cxn modelId="{8D02A720-2928-47CE-A74D-2B38EAC2FD60}" type="presParOf" srcId="{25ADE410-70AD-41AA-81E4-214832B8E4B4}" destId="{598A7F4F-6DA4-4346-846D-B858C6D703B4}" srcOrd="1" destOrd="0" presId="urn:microsoft.com/office/officeart/2005/8/layout/hierarchy1"/>
    <dgm:cxn modelId="{439B3044-F240-42D3-B30D-3B8A4F413ECF}" type="presParOf" srcId="{B2BAF50E-CF6D-4382-824A-EF444929C7F8}" destId="{06518261-3473-4545-B26B-C36E52D71296}" srcOrd="1" destOrd="0" presId="urn:microsoft.com/office/officeart/2005/8/layout/hierarchy1"/>
    <dgm:cxn modelId="{3F6EDAA9-CCE7-4D23-8FCC-FF416285B647}" type="presParOf" srcId="{FCF004A2-B2F0-4A02-9F14-E221A7A6634E}" destId="{234AE48B-FE6B-4FA1-A847-D83824338B21}" srcOrd="1" destOrd="0" presId="urn:microsoft.com/office/officeart/2005/8/layout/hierarchy1"/>
    <dgm:cxn modelId="{4C95F151-0395-49A4-941F-9728889DE638}" type="presParOf" srcId="{234AE48B-FE6B-4FA1-A847-D83824338B21}" destId="{D8FAE540-2DC4-4257-AE69-8D2394C306DA}" srcOrd="0" destOrd="0" presId="urn:microsoft.com/office/officeart/2005/8/layout/hierarchy1"/>
    <dgm:cxn modelId="{27CF38A6-19A4-427C-8014-002153AF029F}" type="presParOf" srcId="{D8FAE540-2DC4-4257-AE69-8D2394C306DA}" destId="{7CECCB08-42F5-4219-9CD9-A1F02381C06A}" srcOrd="0" destOrd="0" presId="urn:microsoft.com/office/officeart/2005/8/layout/hierarchy1"/>
    <dgm:cxn modelId="{37B15A1A-9CCC-4BDA-9BBC-32937FB8AAEC}" type="presParOf" srcId="{D8FAE540-2DC4-4257-AE69-8D2394C306DA}" destId="{15AA5A51-077E-4F33-ADA2-5A42DC0196E6}" srcOrd="1" destOrd="0" presId="urn:microsoft.com/office/officeart/2005/8/layout/hierarchy1"/>
    <dgm:cxn modelId="{4502E596-26D5-4DA3-A078-FCF0F5FE1E5C}" type="presParOf" srcId="{234AE48B-FE6B-4FA1-A847-D83824338B21}" destId="{CADFD0FF-B2F1-4FA4-B7D4-8983CC9146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85083-6E86-471B-8E30-EB04E5C159A8}">
      <dsp:nvSpPr>
        <dsp:cNvPr id="0" name=""/>
        <dsp:cNvSpPr/>
      </dsp:nvSpPr>
      <dsp:spPr>
        <a:xfrm>
          <a:off x="2946" y="110137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25BDB68-DD23-43BC-AD0D-D3D733B7E9BE}">
      <dsp:nvSpPr>
        <dsp:cNvPr id="0" name=""/>
        <dsp:cNvSpPr/>
      </dsp:nvSpPr>
      <dsp:spPr>
        <a:xfrm>
          <a:off x="236726" y="1323466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500" kern="1200"/>
            <a:t>📝 </a:t>
          </a:r>
          <a:r>
            <a:rPr lang="en-ID" sz="2500" b="1" kern="1200"/>
            <a:t>Audit Data</a:t>
          </a:r>
          <a:endParaRPr lang="en-US" sz="2500" kern="1200"/>
        </a:p>
      </dsp:txBody>
      <dsp:txXfrm>
        <a:off x="275858" y="1362598"/>
        <a:ext cx="2025748" cy="1257784"/>
      </dsp:txXfrm>
    </dsp:sp>
    <dsp:sp modelId="{05D94BA6-0F28-4D14-AF4B-9FFD9E99A110}">
      <dsp:nvSpPr>
        <dsp:cNvPr id="0" name=""/>
        <dsp:cNvSpPr/>
      </dsp:nvSpPr>
      <dsp:spPr>
        <a:xfrm>
          <a:off x="2574518" y="110137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DD704EB-32CB-4367-AB2A-41A801D5923E}">
      <dsp:nvSpPr>
        <dsp:cNvPr id="0" name=""/>
        <dsp:cNvSpPr/>
      </dsp:nvSpPr>
      <dsp:spPr>
        <a:xfrm>
          <a:off x="2808297" y="1323466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500" kern="1200"/>
            <a:t>🔍 </a:t>
          </a:r>
          <a:r>
            <a:rPr lang="en-ID" sz="2500" b="1" kern="1200"/>
            <a:t>Audit Akses &amp; Aktivitas</a:t>
          </a:r>
          <a:endParaRPr lang="en-US" sz="2500" kern="1200"/>
        </a:p>
      </dsp:txBody>
      <dsp:txXfrm>
        <a:off x="2847429" y="1362598"/>
        <a:ext cx="2025748" cy="1257784"/>
      </dsp:txXfrm>
    </dsp:sp>
    <dsp:sp modelId="{AA3084BA-B05F-4EB8-8D1A-BEFEAF122696}">
      <dsp:nvSpPr>
        <dsp:cNvPr id="0" name=""/>
        <dsp:cNvSpPr/>
      </dsp:nvSpPr>
      <dsp:spPr>
        <a:xfrm>
          <a:off x="5146089" y="110137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3459FD9-1CD8-46C1-9136-D152AB9CC61E}">
      <dsp:nvSpPr>
        <dsp:cNvPr id="0" name=""/>
        <dsp:cNvSpPr/>
      </dsp:nvSpPr>
      <dsp:spPr>
        <a:xfrm>
          <a:off x="5379868" y="1323466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500" kern="1200"/>
            <a:t>🧪 </a:t>
          </a:r>
          <a:r>
            <a:rPr lang="en-ID" sz="2500" b="1" kern="1200"/>
            <a:t>Tracing &amp; Debugging</a:t>
          </a:r>
          <a:endParaRPr lang="en-US" sz="2500" kern="1200"/>
        </a:p>
      </dsp:txBody>
      <dsp:txXfrm>
        <a:off x="5419000" y="1362598"/>
        <a:ext cx="2025748" cy="1257784"/>
      </dsp:txXfrm>
    </dsp:sp>
    <dsp:sp modelId="{5B5BEC71-934A-4EAF-B09E-D9D5859C734E}">
      <dsp:nvSpPr>
        <dsp:cNvPr id="0" name=""/>
        <dsp:cNvSpPr/>
      </dsp:nvSpPr>
      <dsp:spPr>
        <a:xfrm>
          <a:off x="7717661" y="1101376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44B154D-94E9-44A2-8016-1D8D23C457E1}">
      <dsp:nvSpPr>
        <dsp:cNvPr id="0" name=""/>
        <dsp:cNvSpPr/>
      </dsp:nvSpPr>
      <dsp:spPr>
        <a:xfrm>
          <a:off x="7951440" y="1323466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500" kern="1200"/>
            <a:t>⚡ </a:t>
          </a:r>
          <a:r>
            <a:rPr lang="en-ID" sz="2500" b="1" kern="1200"/>
            <a:t>Performance Monitoring</a:t>
          </a:r>
          <a:endParaRPr lang="en-US" sz="2500" kern="1200"/>
        </a:p>
      </dsp:txBody>
      <dsp:txXfrm>
        <a:off x="7990572" y="1362598"/>
        <a:ext cx="2025748" cy="12577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D8893-B5CF-4C2A-BA6A-C32D968A4C06}">
      <dsp:nvSpPr>
        <dsp:cNvPr id="0" name=""/>
        <dsp:cNvSpPr/>
      </dsp:nvSpPr>
      <dsp:spPr>
        <a:xfrm>
          <a:off x="0" y="41441"/>
          <a:ext cx="5928344" cy="9824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Siapa</a:t>
          </a:r>
          <a:r>
            <a:rPr lang="en-US" sz="2600" b="0" i="0" kern="1200" baseline="0"/>
            <a:t> yang melakukan aksi?</a:t>
          </a:r>
          <a:endParaRPr lang="en-US" sz="2600" kern="1200"/>
        </a:p>
      </dsp:txBody>
      <dsp:txXfrm>
        <a:off x="47960" y="89401"/>
        <a:ext cx="5832424" cy="886550"/>
      </dsp:txXfrm>
    </dsp:sp>
    <dsp:sp modelId="{8F26E142-2004-47F9-A3CE-4672672DA222}">
      <dsp:nvSpPr>
        <dsp:cNvPr id="0" name=""/>
        <dsp:cNvSpPr/>
      </dsp:nvSpPr>
      <dsp:spPr>
        <a:xfrm>
          <a:off x="0" y="1098792"/>
          <a:ext cx="5928344" cy="9824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Kapan</a:t>
          </a:r>
          <a:r>
            <a:rPr lang="en-US" sz="2600" b="0" i="0" kern="1200" baseline="0"/>
            <a:t> aksi dilakukan?</a:t>
          </a:r>
          <a:endParaRPr lang="en-US" sz="2600" kern="1200"/>
        </a:p>
      </dsp:txBody>
      <dsp:txXfrm>
        <a:off x="47960" y="1146752"/>
        <a:ext cx="5832424" cy="886550"/>
      </dsp:txXfrm>
    </dsp:sp>
    <dsp:sp modelId="{29ABC867-2FBC-498A-89B6-A00D90104825}">
      <dsp:nvSpPr>
        <dsp:cNvPr id="0" name=""/>
        <dsp:cNvSpPr/>
      </dsp:nvSpPr>
      <dsp:spPr>
        <a:xfrm>
          <a:off x="0" y="2156143"/>
          <a:ext cx="5928344" cy="9824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Apa</a:t>
          </a:r>
          <a:r>
            <a:rPr lang="en-US" sz="2600" b="0" i="0" kern="1200" baseline="0"/>
            <a:t> yang berubah?</a:t>
          </a:r>
          <a:endParaRPr lang="en-US" sz="2600" kern="1200"/>
        </a:p>
      </dsp:txBody>
      <dsp:txXfrm>
        <a:off x="47960" y="2204103"/>
        <a:ext cx="5832424" cy="886550"/>
      </dsp:txXfrm>
    </dsp:sp>
    <dsp:sp modelId="{18716EDC-1C1C-4F16-97CD-DCC4AD0EE8B3}">
      <dsp:nvSpPr>
        <dsp:cNvPr id="0" name=""/>
        <dsp:cNvSpPr/>
      </dsp:nvSpPr>
      <dsp:spPr>
        <a:xfrm>
          <a:off x="0" y="3213493"/>
          <a:ext cx="5928344" cy="9824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Data sebelum &amp; sesudahnya apa?</a:t>
          </a:r>
          <a:endParaRPr lang="en-US" sz="2600" kern="1200"/>
        </a:p>
      </dsp:txBody>
      <dsp:txXfrm>
        <a:off x="47960" y="3261453"/>
        <a:ext cx="5832424" cy="886550"/>
      </dsp:txXfrm>
    </dsp:sp>
    <dsp:sp modelId="{DE85A1B6-EC08-44DC-9399-B79DE2EA0FDD}">
      <dsp:nvSpPr>
        <dsp:cNvPr id="0" name=""/>
        <dsp:cNvSpPr/>
      </dsp:nvSpPr>
      <dsp:spPr>
        <a:xfrm>
          <a:off x="0" y="4270844"/>
          <a:ext cx="5928344" cy="98247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Terjadi di controller / service / database mana?</a:t>
          </a:r>
          <a:endParaRPr lang="en-US" sz="2600" kern="1200"/>
        </a:p>
      </dsp:txBody>
      <dsp:txXfrm>
        <a:off x="47960" y="4318804"/>
        <a:ext cx="5832424" cy="8865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2A681-1684-4861-AFFF-268B5FF9C30B}">
      <dsp:nvSpPr>
        <dsp:cNvPr id="0" name=""/>
        <dsp:cNvSpPr/>
      </dsp:nvSpPr>
      <dsp:spPr>
        <a:xfrm>
          <a:off x="0" y="2938"/>
          <a:ext cx="10058399" cy="6258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B933B-BCF3-492B-AA7E-D973EFEB85F8}">
      <dsp:nvSpPr>
        <dsp:cNvPr id="0" name=""/>
        <dsp:cNvSpPr/>
      </dsp:nvSpPr>
      <dsp:spPr>
        <a:xfrm>
          <a:off x="189315" y="143751"/>
          <a:ext cx="344209" cy="344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66002-0F53-48EB-82CA-61194D700C33}">
      <dsp:nvSpPr>
        <dsp:cNvPr id="0" name=""/>
        <dsp:cNvSpPr/>
      </dsp:nvSpPr>
      <dsp:spPr>
        <a:xfrm>
          <a:off x="722840" y="2938"/>
          <a:ext cx="9335559" cy="62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4" tIns="66234" rIns="66234" bIns="662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Integrasi mudah</a:t>
          </a:r>
          <a:r>
            <a:rPr lang="en-US" sz="1900" b="0" i="0" kern="1200" baseline="0"/>
            <a:t>: langsung bisa dipakai di Entity Framework, ASP.NET Core, Web API, dll. </a:t>
          </a:r>
          <a:endParaRPr lang="en-US" sz="1900" kern="1200"/>
        </a:p>
      </dsp:txBody>
      <dsp:txXfrm>
        <a:off x="722840" y="2938"/>
        <a:ext cx="9335559" cy="625835"/>
      </dsp:txXfrm>
    </dsp:sp>
    <dsp:sp modelId="{F011871D-EEAB-4AFA-AFEB-DA3B58D5C305}">
      <dsp:nvSpPr>
        <dsp:cNvPr id="0" name=""/>
        <dsp:cNvSpPr/>
      </dsp:nvSpPr>
      <dsp:spPr>
        <a:xfrm>
          <a:off x="0" y="785232"/>
          <a:ext cx="10058399" cy="6258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E4A9A5-54AA-446F-9F2C-7233A49BDB0E}">
      <dsp:nvSpPr>
        <dsp:cNvPr id="0" name=""/>
        <dsp:cNvSpPr/>
      </dsp:nvSpPr>
      <dsp:spPr>
        <a:xfrm>
          <a:off x="189315" y="926045"/>
          <a:ext cx="344209" cy="344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E2489-717A-47F1-8F3D-CC0FDCA54B8D}">
      <dsp:nvSpPr>
        <dsp:cNvPr id="0" name=""/>
        <dsp:cNvSpPr/>
      </dsp:nvSpPr>
      <dsp:spPr>
        <a:xfrm>
          <a:off x="722840" y="785232"/>
          <a:ext cx="9335559" cy="62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4" tIns="66234" rIns="66234" bIns="662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Fleksibel</a:t>
          </a:r>
          <a:r>
            <a:rPr lang="en-US" sz="1900" b="0" i="0" kern="1200" baseline="0"/>
            <a:t>: banyak provider (SQL, NoSQL, file, cloud, log framework, Elasticsearch, Redis, dll). </a:t>
          </a:r>
          <a:endParaRPr lang="en-US" sz="1900" kern="1200"/>
        </a:p>
      </dsp:txBody>
      <dsp:txXfrm>
        <a:off x="722840" y="785232"/>
        <a:ext cx="9335559" cy="625835"/>
      </dsp:txXfrm>
    </dsp:sp>
    <dsp:sp modelId="{A513606E-62B2-4BA6-939F-249C93F2C76D}">
      <dsp:nvSpPr>
        <dsp:cNvPr id="0" name=""/>
        <dsp:cNvSpPr/>
      </dsp:nvSpPr>
      <dsp:spPr>
        <a:xfrm>
          <a:off x="0" y="1567527"/>
          <a:ext cx="10058399" cy="6258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03D06-DE7F-48DD-8FFA-A4ECC4A0B3F6}">
      <dsp:nvSpPr>
        <dsp:cNvPr id="0" name=""/>
        <dsp:cNvSpPr/>
      </dsp:nvSpPr>
      <dsp:spPr>
        <a:xfrm>
          <a:off x="189315" y="1708340"/>
          <a:ext cx="344209" cy="344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8F8074-B577-4A2B-899D-86E8287EEEB8}">
      <dsp:nvSpPr>
        <dsp:cNvPr id="0" name=""/>
        <dsp:cNvSpPr/>
      </dsp:nvSpPr>
      <dsp:spPr>
        <a:xfrm>
          <a:off x="722840" y="1567527"/>
          <a:ext cx="9335559" cy="62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4" tIns="66234" rIns="66234" bIns="662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Detail log lengkap</a:t>
          </a:r>
          <a:r>
            <a:rPr lang="en-US" sz="1900" b="0" i="0" kern="1200" baseline="0"/>
            <a:t>: menyimpan snapshot entity, column values, changes, environment (user, machine, method). </a:t>
          </a:r>
          <a:endParaRPr lang="en-US" sz="1900" kern="1200"/>
        </a:p>
      </dsp:txBody>
      <dsp:txXfrm>
        <a:off x="722840" y="1567527"/>
        <a:ext cx="9335559" cy="625835"/>
      </dsp:txXfrm>
    </dsp:sp>
    <dsp:sp modelId="{2A6CA13D-888A-4D42-836F-6812F499C9E8}">
      <dsp:nvSpPr>
        <dsp:cNvPr id="0" name=""/>
        <dsp:cNvSpPr/>
      </dsp:nvSpPr>
      <dsp:spPr>
        <a:xfrm>
          <a:off x="0" y="2349822"/>
          <a:ext cx="10058399" cy="6258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643AE2-9500-4849-83D7-6C1FC60A42AA}">
      <dsp:nvSpPr>
        <dsp:cNvPr id="0" name=""/>
        <dsp:cNvSpPr/>
      </dsp:nvSpPr>
      <dsp:spPr>
        <a:xfrm>
          <a:off x="189315" y="2490635"/>
          <a:ext cx="344209" cy="3442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E63A8-B393-4801-A857-D8E258B0595D}">
      <dsp:nvSpPr>
        <dsp:cNvPr id="0" name=""/>
        <dsp:cNvSpPr/>
      </dsp:nvSpPr>
      <dsp:spPr>
        <a:xfrm>
          <a:off x="722840" y="2349822"/>
          <a:ext cx="9335559" cy="62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4" tIns="66234" rIns="66234" bIns="662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Open source &amp; aktif</a:t>
          </a:r>
          <a:r>
            <a:rPr lang="en-US" sz="1900" b="0" i="0" kern="1200" baseline="0"/>
            <a:t>: komunitas besar, dokumentasi lumayan jelas, update rutin. </a:t>
          </a:r>
          <a:endParaRPr lang="en-US" sz="1900" kern="1200"/>
        </a:p>
      </dsp:txBody>
      <dsp:txXfrm>
        <a:off x="722840" y="2349822"/>
        <a:ext cx="9335559" cy="625835"/>
      </dsp:txXfrm>
    </dsp:sp>
    <dsp:sp modelId="{58112021-08A6-4E5E-90EC-62FD4CC0AD68}">
      <dsp:nvSpPr>
        <dsp:cNvPr id="0" name=""/>
        <dsp:cNvSpPr/>
      </dsp:nvSpPr>
      <dsp:spPr>
        <a:xfrm>
          <a:off x="0" y="3132117"/>
          <a:ext cx="10058399" cy="6258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6EF2D-6264-4751-994A-7FE4D359A6CD}">
      <dsp:nvSpPr>
        <dsp:cNvPr id="0" name=""/>
        <dsp:cNvSpPr/>
      </dsp:nvSpPr>
      <dsp:spPr>
        <a:xfrm>
          <a:off x="189315" y="3272930"/>
          <a:ext cx="344209" cy="3442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FC365-FBE1-44BA-B315-947CD7ABBB63}">
      <dsp:nvSpPr>
        <dsp:cNvPr id="0" name=""/>
        <dsp:cNvSpPr/>
      </dsp:nvSpPr>
      <dsp:spPr>
        <a:xfrm>
          <a:off x="722840" y="3132117"/>
          <a:ext cx="9335559" cy="625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4" tIns="66234" rIns="66234" bIns="662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Multi-skenario</a:t>
          </a:r>
          <a:r>
            <a:rPr lang="en-US" sz="1900" b="0" i="0" kern="1200" baseline="0"/>
            <a:t>: tidak hanya database, bisa audit method calls, HTTP requests, file system, dll. </a:t>
          </a:r>
          <a:endParaRPr lang="en-US" sz="1900" kern="1200"/>
        </a:p>
      </dsp:txBody>
      <dsp:txXfrm>
        <a:off x="722840" y="3132117"/>
        <a:ext cx="9335559" cy="6258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80644B-E4BF-42FF-B741-DC1FA7A35421}">
      <dsp:nvSpPr>
        <dsp:cNvPr id="0" name=""/>
        <dsp:cNvSpPr/>
      </dsp:nvSpPr>
      <dsp:spPr>
        <a:xfrm>
          <a:off x="0" y="0"/>
          <a:ext cx="7744967" cy="6769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Overhead performa</a:t>
          </a:r>
          <a:r>
            <a:rPr lang="en-US" sz="1700" b="0" i="0" kern="1200" baseline="0"/>
            <a:t>: mencatat detail lengkap bisa menambah latency, terutama di aplikasi dengan transaksi besar. </a:t>
          </a:r>
          <a:endParaRPr lang="en-US" sz="1700" kern="1200"/>
        </a:p>
      </dsp:txBody>
      <dsp:txXfrm>
        <a:off x="19827" y="19827"/>
        <a:ext cx="6935271" cy="637306"/>
      </dsp:txXfrm>
    </dsp:sp>
    <dsp:sp modelId="{FF8044B7-D70C-453C-8B33-E992041BEBE2}">
      <dsp:nvSpPr>
        <dsp:cNvPr id="0" name=""/>
        <dsp:cNvSpPr/>
      </dsp:nvSpPr>
      <dsp:spPr>
        <a:xfrm>
          <a:off x="578358" y="770982"/>
          <a:ext cx="7744967" cy="6769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Log terlalu verbose</a:t>
          </a:r>
          <a:r>
            <a:rPr lang="en-US" sz="1700" b="0" i="0" kern="1200" baseline="0"/>
            <a:t>: jika tidak difilter, audit log bisa membengkak dan sulit dibaca. </a:t>
          </a:r>
          <a:endParaRPr lang="en-US" sz="1700" kern="1200"/>
        </a:p>
      </dsp:txBody>
      <dsp:txXfrm>
        <a:off x="598185" y="790809"/>
        <a:ext cx="6686931" cy="637306"/>
      </dsp:txXfrm>
    </dsp:sp>
    <dsp:sp modelId="{DD46457F-869B-4CF9-AA59-B702F634619C}">
      <dsp:nvSpPr>
        <dsp:cNvPr id="0" name=""/>
        <dsp:cNvSpPr/>
      </dsp:nvSpPr>
      <dsp:spPr>
        <a:xfrm>
          <a:off x="1156716" y="1541965"/>
          <a:ext cx="7744967" cy="6769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Butuh konfigurasi ekstra</a:t>
          </a:r>
          <a:r>
            <a:rPr lang="en-US" sz="1700" b="0" i="0" kern="1200" baseline="0"/>
            <a:t>: untuk compliance (SOX, HIPAA, dll) tetap perlu aturan tambahan, Audit.NET tidak otomatis memenuhi standar. </a:t>
          </a:r>
          <a:endParaRPr lang="en-US" sz="1700" kern="1200"/>
        </a:p>
      </dsp:txBody>
      <dsp:txXfrm>
        <a:off x="1176543" y="1561792"/>
        <a:ext cx="6686931" cy="637306"/>
      </dsp:txXfrm>
    </dsp:sp>
    <dsp:sp modelId="{2F459BFA-806F-46FF-9810-00CB480AE338}">
      <dsp:nvSpPr>
        <dsp:cNvPr id="0" name=""/>
        <dsp:cNvSpPr/>
      </dsp:nvSpPr>
      <dsp:spPr>
        <a:xfrm>
          <a:off x="1735073" y="2312947"/>
          <a:ext cx="7744967" cy="6769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Learning curve</a:t>
          </a:r>
          <a:r>
            <a:rPr lang="en-US" sz="1700" b="0" i="0" kern="1200" baseline="0"/>
            <a:t>: konsep seperti AuditScope, Entity vs ColumnValues, dan provider bisa membingungkan pemula. </a:t>
          </a:r>
          <a:endParaRPr lang="en-US" sz="1700" kern="1200"/>
        </a:p>
      </dsp:txBody>
      <dsp:txXfrm>
        <a:off x="1754900" y="2332774"/>
        <a:ext cx="6686931" cy="637306"/>
      </dsp:txXfrm>
    </dsp:sp>
    <dsp:sp modelId="{FBC5CF42-2619-4C7F-A7C5-EDC9A07E73AB}">
      <dsp:nvSpPr>
        <dsp:cNvPr id="0" name=""/>
        <dsp:cNvSpPr/>
      </dsp:nvSpPr>
      <dsp:spPr>
        <a:xfrm>
          <a:off x="2313432" y="3083930"/>
          <a:ext cx="7744967" cy="6769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Dependency eksternal</a:t>
          </a:r>
          <a:r>
            <a:rPr lang="en-US" sz="1700" b="0" i="0" kern="1200" baseline="0"/>
            <a:t>: bukan bagian bawaan EF Core, jadi ada risiko versi library harus sinkron dengan EF Core terbaru. </a:t>
          </a:r>
          <a:endParaRPr lang="en-US" sz="1700" kern="1200"/>
        </a:p>
      </dsp:txBody>
      <dsp:txXfrm>
        <a:off x="2333259" y="3103757"/>
        <a:ext cx="6686931" cy="637306"/>
      </dsp:txXfrm>
    </dsp:sp>
    <dsp:sp modelId="{4368FA01-14D3-4DDB-85F2-5C0792386535}">
      <dsp:nvSpPr>
        <dsp:cNvPr id="0" name=""/>
        <dsp:cNvSpPr/>
      </dsp:nvSpPr>
      <dsp:spPr>
        <a:xfrm>
          <a:off x="7304943" y="494557"/>
          <a:ext cx="440024" cy="44002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403948" y="494557"/>
        <a:ext cx="242014" cy="331118"/>
      </dsp:txXfrm>
    </dsp:sp>
    <dsp:sp modelId="{6B95520D-30A9-4C52-B7D6-4B74B885BA96}">
      <dsp:nvSpPr>
        <dsp:cNvPr id="0" name=""/>
        <dsp:cNvSpPr/>
      </dsp:nvSpPr>
      <dsp:spPr>
        <a:xfrm>
          <a:off x="7883301" y="1265539"/>
          <a:ext cx="440024" cy="44002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82306" y="1265539"/>
        <a:ext cx="242014" cy="331118"/>
      </dsp:txXfrm>
    </dsp:sp>
    <dsp:sp modelId="{6A3973BC-6594-45D7-90F2-700921F63C95}">
      <dsp:nvSpPr>
        <dsp:cNvPr id="0" name=""/>
        <dsp:cNvSpPr/>
      </dsp:nvSpPr>
      <dsp:spPr>
        <a:xfrm>
          <a:off x="8461659" y="2025239"/>
          <a:ext cx="440024" cy="44002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8560664" y="2025239"/>
        <a:ext cx="242014" cy="331118"/>
      </dsp:txXfrm>
    </dsp:sp>
    <dsp:sp modelId="{B9C35FB2-61B5-4EA9-9AD4-C10297C90838}">
      <dsp:nvSpPr>
        <dsp:cNvPr id="0" name=""/>
        <dsp:cNvSpPr/>
      </dsp:nvSpPr>
      <dsp:spPr>
        <a:xfrm>
          <a:off x="9040017" y="2803744"/>
          <a:ext cx="440024" cy="44002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9139022" y="2803744"/>
        <a:ext cx="242014" cy="3311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190707-3C68-40DB-BDA8-3F7B35470E8D}">
      <dsp:nvSpPr>
        <dsp:cNvPr id="0" name=""/>
        <dsp:cNvSpPr/>
      </dsp:nvSpPr>
      <dsp:spPr>
        <a:xfrm>
          <a:off x="0" y="411778"/>
          <a:ext cx="5928344" cy="1956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60105" tIns="479044" rIns="460105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UseSqlServer(...)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UseCustomProvider(...)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UseFileLog(...)</a:t>
          </a:r>
          <a:br>
            <a:rPr lang="en-US" sz="2300" b="0" i="0" kern="1200" baseline="0"/>
          </a:br>
          <a:r>
            <a:rPr lang="en-US" sz="2300" b="1" i="0" kern="1200" baseline="0"/>
            <a:t>secara paralel</a:t>
          </a:r>
          <a:endParaRPr lang="en-US" sz="2300" kern="1200"/>
        </a:p>
      </dsp:txBody>
      <dsp:txXfrm>
        <a:off x="0" y="411778"/>
        <a:ext cx="5928344" cy="1956150"/>
      </dsp:txXfrm>
    </dsp:sp>
    <dsp:sp modelId="{862F3E6B-FD88-478F-AA22-72D7ECE0CD86}">
      <dsp:nvSpPr>
        <dsp:cNvPr id="0" name=""/>
        <dsp:cNvSpPr/>
      </dsp:nvSpPr>
      <dsp:spPr>
        <a:xfrm>
          <a:off x="296417" y="72298"/>
          <a:ext cx="4149840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854" tIns="0" rIns="156854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❌ Tidak bisa:</a:t>
          </a:r>
          <a:endParaRPr lang="en-US" sz="2300" kern="1200"/>
        </a:p>
      </dsp:txBody>
      <dsp:txXfrm>
        <a:off x="329561" y="105442"/>
        <a:ext cx="4083552" cy="612672"/>
      </dsp:txXfrm>
    </dsp:sp>
    <dsp:sp modelId="{4AF04071-22D3-4C96-BD7E-94B043F7DF08}">
      <dsp:nvSpPr>
        <dsp:cNvPr id="0" name=""/>
        <dsp:cNvSpPr/>
      </dsp:nvSpPr>
      <dsp:spPr>
        <a:xfrm>
          <a:off x="0" y="2831608"/>
          <a:ext cx="5928344" cy="23908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60105" tIns="479044" rIns="460105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Satu CustomDataProvider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Di dalam provider itu, log bisa:</a:t>
          </a:r>
          <a:endParaRPr lang="en-US" sz="2300" kern="120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Disimpan ke banyak table</a:t>
          </a:r>
          <a:endParaRPr lang="en-US" sz="2300" kern="120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Dikirim ke banyak tujuan</a:t>
          </a:r>
          <a:endParaRPr lang="en-US" sz="2300" kern="120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Dipisah berdasarkan kondisi</a:t>
          </a:r>
          <a:endParaRPr lang="en-US" sz="2300" kern="1200"/>
        </a:p>
      </dsp:txBody>
      <dsp:txXfrm>
        <a:off x="0" y="2831608"/>
        <a:ext cx="5928344" cy="2390849"/>
      </dsp:txXfrm>
    </dsp:sp>
    <dsp:sp modelId="{98B46CE4-D5F1-4012-97D6-8C61055B607F}">
      <dsp:nvSpPr>
        <dsp:cNvPr id="0" name=""/>
        <dsp:cNvSpPr/>
      </dsp:nvSpPr>
      <dsp:spPr>
        <a:xfrm>
          <a:off x="296417" y="2492128"/>
          <a:ext cx="4149840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854" tIns="0" rIns="156854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✅ Bisa:</a:t>
          </a:r>
          <a:endParaRPr lang="en-US" sz="2300" kern="1200"/>
        </a:p>
      </dsp:txBody>
      <dsp:txXfrm>
        <a:off x="329561" y="2525272"/>
        <a:ext cx="4083552" cy="6126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8EE6A-E14E-4683-B9FB-85EF2AFE916B}">
      <dsp:nvSpPr>
        <dsp:cNvPr id="0" name=""/>
        <dsp:cNvSpPr/>
      </dsp:nvSpPr>
      <dsp:spPr>
        <a:xfrm>
          <a:off x="1227" y="284662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8A7F4F-6DA4-4346-846D-B858C6D703B4}">
      <dsp:nvSpPr>
        <dsp:cNvPr id="0" name=""/>
        <dsp:cNvSpPr/>
      </dsp:nvSpPr>
      <dsp:spPr>
        <a:xfrm>
          <a:off x="480082" y="739574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Audit.NET adalah library open-source untuk .NET yang berfungsi mencatat </a:t>
          </a:r>
          <a:r>
            <a:rPr lang="en-US" sz="2300" b="1" i="1" kern="1200"/>
            <a:t>audit trail</a:t>
          </a:r>
          <a:r>
            <a:rPr lang="en-US" sz="2300" b="1" kern="1200"/>
            <a:t> (jejak perubahan) pada aplikasi. Ia bisa dipakai di Entity Framework, ASP.NET Core, Web API, file system, HTTP requests, dan banyak skenario lain</a:t>
          </a:r>
          <a:endParaRPr lang="en-US" sz="2300" kern="1200"/>
        </a:p>
      </dsp:txBody>
      <dsp:txXfrm>
        <a:off x="560236" y="819728"/>
        <a:ext cx="4149382" cy="2576345"/>
      </dsp:txXfrm>
    </dsp:sp>
    <dsp:sp modelId="{7CECCB08-42F5-4219-9CD9-A1F02381C06A}">
      <dsp:nvSpPr>
        <dsp:cNvPr id="0" name=""/>
        <dsp:cNvSpPr/>
      </dsp:nvSpPr>
      <dsp:spPr>
        <a:xfrm>
          <a:off x="5268627" y="284662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AA5A51-077E-4F33-ADA2-5A42DC0196E6}">
      <dsp:nvSpPr>
        <dsp:cNvPr id="0" name=""/>
        <dsp:cNvSpPr/>
      </dsp:nvSpPr>
      <dsp:spPr>
        <a:xfrm>
          <a:off x="5747481" y="739574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Audit.NET adalah solusi audit yang praktis, fleksibel, dan detail untuk aplikasi .NET. Cocok untuk kebutuhan audit cepat, tapi perlu filtering dan konfigurasi agar performa tetap efisien dan log tidak berlebihan.</a:t>
          </a:r>
          <a:endParaRPr lang="en-US" sz="2300" kern="1200"/>
        </a:p>
      </dsp:txBody>
      <dsp:txXfrm>
        <a:off x="5827635" y="819728"/>
        <a:ext cx="4149382" cy="2576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9BF6B23-11D5-707A-E97B-CAA2A8597D4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Audit .NET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Tracing, Monitoring, and Performance Insight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800" i="1" dirty="0">
                <a:solidFill>
                  <a:srgbClr val="FFFFFF"/>
                </a:solidFill>
              </a:rPr>
              <a:t>Audit.NET adalah library open-source untuk .NET yang </a:t>
            </a:r>
            <a:r>
              <a:rPr lang="en-US" sz="4800" i="1" dirty="0" err="1">
                <a:solidFill>
                  <a:srgbClr val="FFFFFF"/>
                </a:solidFill>
              </a:rPr>
              <a:t>digunakan</a:t>
            </a:r>
            <a:r>
              <a:rPr lang="en-US" sz="4800" i="1" dirty="0">
                <a:solidFill>
                  <a:srgbClr val="FFFFFF"/>
                </a:solidFill>
              </a:rPr>
              <a:t> untuk </a:t>
            </a:r>
            <a:r>
              <a:rPr lang="en-US" sz="4800" i="1" dirty="0" err="1">
                <a:solidFill>
                  <a:srgbClr val="FFFFFF"/>
                </a:solidFill>
              </a:rPr>
              <a:t>mencatat</a:t>
            </a:r>
            <a:r>
              <a:rPr lang="en-US" sz="4800" i="1" dirty="0">
                <a:solidFill>
                  <a:srgbClr val="FFFFFF"/>
                </a:solidFill>
              </a:rPr>
              <a:t> (logging) aktivitas aplikasi </a:t>
            </a:r>
            <a:r>
              <a:rPr lang="en-US" sz="4800" i="1" dirty="0" err="1">
                <a:solidFill>
                  <a:srgbClr val="FFFFFF"/>
                </a:solidFill>
              </a:rPr>
              <a:t>secara</a:t>
            </a:r>
            <a:r>
              <a:rPr lang="en-US" sz="4800" i="1" dirty="0">
                <a:solidFill>
                  <a:srgbClr val="FFFFFF"/>
                </a:solidFill>
              </a:rPr>
              <a:t> otomatis.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03E1-E503-AB55-89AA-1AF098E5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ID" dirty="0" err="1"/>
              <a:t>Fungsi</a:t>
            </a:r>
            <a:r>
              <a:rPr lang="en-ID" dirty="0"/>
              <a:t> Utama Audit.NET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1E683D-387C-8E23-7E0A-3DA237B4A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04348"/>
              </p:ext>
            </p:extLst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3642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2B7A1-D7D4-C54B-64D8-67021292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en-ID" sz="2800"/>
              <a:t>Audit.NET </a:t>
            </a:r>
            <a:r>
              <a:rPr lang="en-ID" sz="2800" err="1"/>
              <a:t>membantu</a:t>
            </a:r>
            <a:r>
              <a:rPr lang="en-ID" sz="2800"/>
              <a:t> </a:t>
            </a:r>
            <a:r>
              <a:rPr lang="en-ID" sz="2800" err="1"/>
              <a:t>kita</a:t>
            </a:r>
            <a:r>
              <a:rPr lang="en-ID" sz="2800"/>
              <a:t> </a:t>
            </a:r>
            <a:r>
              <a:rPr lang="en-ID" sz="2800" err="1"/>
              <a:t>menjawab</a:t>
            </a:r>
            <a:r>
              <a:rPr lang="en-ID" sz="2800"/>
              <a:t> </a:t>
            </a:r>
            <a:r>
              <a:rPr lang="en-ID" sz="2800" err="1"/>
              <a:t>pertanyaan</a:t>
            </a:r>
            <a:r>
              <a:rPr lang="en-ID" sz="2800"/>
              <a:t> </a:t>
            </a:r>
            <a:r>
              <a:rPr lang="en-ID" sz="2800" err="1"/>
              <a:t>seperti</a:t>
            </a:r>
            <a:r>
              <a:rPr lang="en-ID" sz="2800"/>
              <a:t>: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23E12AE-EB95-158B-06D9-C0C2B18F3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13" name="Rectangle 2">
            <a:extLst>
              <a:ext uri="{FF2B5EF4-FFF2-40B4-BE49-F238E27FC236}">
                <a16:creationId xmlns:a16="http://schemas.microsoft.com/office/drawing/2014/main" id="{5121C45F-CB10-0839-4ED2-30B32A0AAA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556450"/>
              </p:ext>
            </p:extLst>
          </p:nvPr>
        </p:nvGraphicFramePr>
        <p:xfrm>
          <a:off x="5458984" y="812799"/>
          <a:ext cx="5928344" cy="5294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09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E832-6EFB-A477-71B8-7572C40C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dirty="0" err="1"/>
              <a:t>Kelebihan</a:t>
            </a:r>
            <a:r>
              <a:rPr lang="en-US" dirty="0"/>
              <a:t> </a:t>
            </a:r>
            <a:r>
              <a:rPr lang="en-US" dirty="0" err="1"/>
              <a:t>Audit.Net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F4A042B-EB0B-D94E-B880-5C82DF4F90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4433525"/>
              </p:ext>
            </p:extLst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023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DDD2B-32F6-31A0-BAA8-AE0E519C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dirty="0" err="1"/>
              <a:t>Kekurangan</a:t>
            </a:r>
            <a:r>
              <a:rPr lang="en-US" dirty="0"/>
              <a:t> </a:t>
            </a:r>
            <a:r>
              <a:rPr lang="en-US" dirty="0" err="1"/>
              <a:t>Audit.Net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6E7AA1D-C083-DB66-C5BC-3F7BFFC3D6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2880042"/>
              </p:ext>
            </p:extLst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7090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9D0BC-C008-D375-DC58-067EC169E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en-US" dirty="0"/>
              <a:t>Provider </a:t>
            </a:r>
            <a:r>
              <a:rPr lang="en-US" dirty="0" err="1"/>
              <a:t>Audit.Net</a:t>
            </a:r>
            <a:endParaRPr lang="en-US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072BD2E4-B620-141C-3577-2FCA8EEBAA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8984" y="812799"/>
            <a:ext cx="5928344" cy="529475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</a:rPr>
              <a:t>UseSql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→ SQL Server, PostgreSQL, MySQL, Oracle, SQLite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</a:rPr>
              <a:t>UseCustom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→ provider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buatan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sendiri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(API, MQ,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dll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</a:rPr>
              <a:t>UseLog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→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Serilog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,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NLog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, log4net, Windows Event Log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</a:rPr>
              <a:t>UseFile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→ file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teks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/JSON di disk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</a:rPr>
              <a:t>UseNoStore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→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tidak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menyimpan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(in-memory, testing/demo)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</a:rPr>
              <a:t>UseDocumentDB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 / NoSQL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→ MongoDB,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CosmosDB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,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RavenDB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</a:rPr>
              <a:t>UseAzure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→ Azure Table Storage, Blob Storage, Event Hub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</a:rPr>
              <a:t>UseRedis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→ Redis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untuk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cache/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distribusi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</a:rPr>
              <a:t>UseElasticsearch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→ Elasticsearch (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Audit.NET.Elasticsearch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NuGet)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1" i="0" u="none" strike="noStrike" cap="none" normalizeH="0" baseline="0" err="1">
                <a:ln>
                  <a:noFill/>
                </a:ln>
                <a:effectLst/>
              </a:rPr>
              <a:t>UseDynamicProvider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→ provider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dinamis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,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bisa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diarahkan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ke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beberapa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target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effectLst/>
              </a:rPr>
              <a:t>sekaligus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567DBB2-DB83-D1E1-2FBB-90FE44F57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8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C1A1F-2C41-FE9C-1FC6-09F59422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Audit.NET </a:t>
            </a:r>
            <a:r>
              <a:rPr lang="en-ID" dirty="0" err="1"/>
              <a:t>Bekerja</a:t>
            </a:r>
            <a:r>
              <a:rPr lang="en-ID" dirty="0"/>
              <a:t> di Banyak Level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F97D2F-C1A9-2B94-A4F6-BB3355E989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80489"/>
            <a:ext cx="962154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 Framework (EF Core)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Code (manual scope)</a:t>
            </a:r>
          </a:p>
        </p:txBody>
      </p:sp>
    </p:spTree>
    <p:extLst>
      <p:ext uri="{BB962C8B-B14F-4D97-AF65-F5344CB8AC3E}">
        <p14:creationId xmlns:p14="http://schemas.microsoft.com/office/powerpoint/2010/main" val="3432230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72FD3CC-199F-AF88-A3E0-9F19C622C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9D1F1E-6729-9880-27B8-FCADBB6BE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200666"/>
            <a:ext cx="5928344" cy="4519022"/>
          </a:xfrm>
          <a:prstGeom prst="rect">
            <a:avLst/>
          </a:prstGeom>
          <a:noFill/>
        </p:spPr>
      </p:pic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DA4030E-8652-9EE8-58CC-5E3689EFF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97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3DE8-4479-FE55-7B0D-94B86171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Global dan </a:t>
            </a:r>
            <a:r>
              <a:rPr lang="en-US" dirty="0" err="1"/>
              <a:t>terpusat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0DA4-87CF-D362-CAE8-9DF7AC898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[Audit]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public class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EmployeesController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: Controller{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public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IActionResult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Index()	{return View(); }</a:t>
            </a:r>
          </a:p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  public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IActionResult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Details(int id) {return View();}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public class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EmployeesController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: Controller{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public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IActionResult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Index(){return View(); }</a:t>
            </a:r>
          </a:p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 [Audit]</a:t>
            </a:r>
          </a:p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 public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IActionResult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UpdateEmployee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(int id, string name) {return Ok();}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422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0415-C682-3231-1724-4769A900B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Catatan Penting tentang Konfigurasi Audit.NET</a:t>
            </a:r>
            <a:endParaRPr lang="en-ID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5F1F34-6B70-CA87-C31B-5729CC4855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9462" y="2566096"/>
            <a:ext cx="1084405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Audit.NET hanya memiliki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konfigurasi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aktif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Pemanggila</a:t>
            </a:r>
            <a:r>
              <a:rPr lang="en-US" altLang="en-US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n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di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Program.cs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Boleh ditulis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berkali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-kali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yang dipakai hanya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satu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(yang terakhir / override)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166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9EF-5D74-1799-6847-5F520FF3C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kumimoji="0" lang="en-US" altLang="en-US" b="1" i="0" u="none" strike="noStrike" cap="none" normalizeH="0" baseline="0" err="1">
                <a:ln>
                  <a:noFill/>
                </a:ln>
                <a:effectLst/>
              </a:rPr>
              <a:t>Implikasinya</a:t>
            </a:r>
            <a:endParaRPr lang="en-ID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030FFE7-5B01-7C6F-E03E-FE5BF81E4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B3D2E71F-B7EC-BC70-89BA-9B2DC55821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0863366"/>
              </p:ext>
            </p:extLst>
          </p:nvPr>
        </p:nvGraphicFramePr>
        <p:xfrm>
          <a:off x="5458984" y="812799"/>
          <a:ext cx="5928344" cy="5294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0529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7E83-1FDA-46C5-412C-A60707A48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7AFFFA-5373-FFD4-D970-36F9E7132A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942311"/>
              </p:ext>
            </p:extLst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00805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sharepoint/v3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230e9df3-be65-4c73-a93b-d1236ebd677e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{972BCB93-9A4F-4CE7-B9B1-4DC0A008E22F}TFf0a5ceae-4542-492d-822e-d65a94fb0e1e3b562c5a_win32-009a0557e699</Template>
  <TotalTime>24</TotalTime>
  <Words>649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Calibri</vt:lpstr>
      <vt:lpstr>Franklin Gothic Book</vt:lpstr>
      <vt:lpstr>Custom</vt:lpstr>
      <vt:lpstr>Audit .NET</vt:lpstr>
      <vt:lpstr>Audit.NET adalah library open-source untuk .NET yang digunakan untuk mencatat (logging) aktivitas aplikasi secara otomatis.</vt:lpstr>
      <vt:lpstr>Fungsi Utama Audit.NET</vt:lpstr>
      <vt:lpstr>Audit.NET membantu kita menjawab pertanyaan seperti:</vt:lpstr>
      <vt:lpstr>Kelebihan Audit.Net</vt:lpstr>
      <vt:lpstr>Kekurangan Audit.Net</vt:lpstr>
      <vt:lpstr>Provider Audit.Net</vt:lpstr>
      <vt:lpstr>Audit.NET Bekerja di Banyak Level</vt:lpstr>
      <vt:lpstr>PowerPoint Presentation</vt:lpstr>
      <vt:lpstr>Log Global dan terpusat</vt:lpstr>
      <vt:lpstr>Catatan Penting tentang Konfigurasi Audit.NET</vt:lpstr>
      <vt:lpstr>Implikasinya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.NET</dc:title>
  <dc:creator>michael martin</dc:creator>
  <cp:lastModifiedBy>JADIWIRA R. Caturandy</cp:lastModifiedBy>
  <cp:revision>3</cp:revision>
  <dcterms:created xsi:type="dcterms:W3CDTF">2026-02-10T17:48:39Z</dcterms:created>
  <dcterms:modified xsi:type="dcterms:W3CDTF">2026-02-23T02:58:10Z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868a86cd-93f1-4e8d-8289-cf588122df89_Enabled">
    <vt:lpwstr>true</vt:lpwstr>
  </property>
  <property fmtid="{D5CDD505-2E9C-101B-9397-08002B2CF9AE}" pid="4" name="MSIP_Label_868a86cd-93f1-4e8d-8289-cf588122df89_SetDate">
    <vt:lpwstr>2026-02-11T08:40:44Z</vt:lpwstr>
  </property>
  <property fmtid="{D5CDD505-2E9C-101B-9397-08002B2CF9AE}" pid="5" name="MSIP_Label_868a86cd-93f1-4e8d-8289-cf588122df89_Method">
    <vt:lpwstr>Standard</vt:lpwstr>
  </property>
  <property fmtid="{D5CDD505-2E9C-101B-9397-08002B2CF9AE}" pid="6" name="MSIP_Label_868a86cd-93f1-4e8d-8289-cf588122df89_Name">
    <vt:lpwstr>ID_Internal</vt:lpwstr>
  </property>
  <property fmtid="{D5CDD505-2E9C-101B-9397-08002B2CF9AE}" pid="7" name="MSIP_Label_868a86cd-93f1-4e8d-8289-cf588122df89_SiteId">
    <vt:lpwstr>396b38cc-aa65-492b-bb0e-3d94ed25a97b</vt:lpwstr>
  </property>
  <property fmtid="{D5CDD505-2E9C-101B-9397-08002B2CF9AE}" pid="8" name="MSIP_Label_868a86cd-93f1-4e8d-8289-cf588122df89_ActionId">
    <vt:lpwstr>1fd5cf0e-03e9-4a98-a30b-26d27437b0ab</vt:lpwstr>
  </property>
  <property fmtid="{D5CDD505-2E9C-101B-9397-08002B2CF9AE}" pid="9" name="MSIP_Label_868a86cd-93f1-4e8d-8289-cf588122df89_ContentBits">
    <vt:lpwstr>2</vt:lpwstr>
  </property>
  <property fmtid="{D5CDD505-2E9C-101B-9397-08002B2CF9AE}" pid="10" name="MSIP_Label_868a86cd-93f1-4e8d-8289-cf588122df89_Tag">
    <vt:lpwstr>10, 3, 0, 1</vt:lpwstr>
  </property>
  <property fmtid="{D5CDD505-2E9C-101B-9397-08002B2CF9AE}" pid="11" name="ClassificationContentMarkingFooterLocations">
    <vt:lpwstr>Custom:9</vt:lpwstr>
  </property>
  <property fmtid="{D5CDD505-2E9C-101B-9397-08002B2CF9AE}" pid="12" name="ClassificationContentMarkingFooterText">
    <vt:lpwstr>Internal</vt:lpwstr>
  </property>
</Properties>
</file>